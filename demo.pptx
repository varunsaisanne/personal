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7" r:id="rId14"/>
    <p:sldId id="270" r:id="rId15"/>
    <p:sldId id="271" r:id="rId16"/>
    <p:sldId id="278" r:id="rId17"/>
    <p:sldId id="274" r:id="rId18"/>
    <p:sldId id="279" r:id="rId19"/>
    <p:sldId id="280" r:id="rId20"/>
    <p:sldId id="281" r:id="rId21"/>
    <p:sldId id="294" r:id="rId22"/>
    <p:sldId id="283" r:id="rId23"/>
    <p:sldId id="284" r:id="rId24"/>
    <p:sldId id="285" r:id="rId25"/>
    <p:sldId id="293" r:id="rId26"/>
    <p:sldId id="286" r:id="rId27"/>
    <p:sldId id="287" r:id="rId28"/>
    <p:sldId id="288" r:id="rId29"/>
    <p:sldId id="289" r:id="rId30"/>
    <p:sldId id="290" r:id="rId31"/>
    <p:sldId id="291" r:id="rId32"/>
    <p:sldId id="292" r:id="rId3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44" autoAdjust="0"/>
  </p:normalViewPr>
  <p:slideViewPr>
    <p:cSldViewPr>
      <p:cViewPr varScale="1">
        <p:scale>
          <a:sx n="69" d="100"/>
          <a:sy n="69" d="100"/>
        </p:scale>
        <p:origin x="12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38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18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2#4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#50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#45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2_2#8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736BD77-8269-4920-A23D-F6C27ECF79B2}" type="doc">
      <dgm:prSet loTypeId="urn:microsoft.com/office/officeart/2005/8/layout/vList2" loCatId="list" qsTypeId="urn:microsoft.com/office/officeart/2005/8/quickstyle/simple1#30" qsCatId="simple" csTypeId="urn:microsoft.com/office/officeart/2005/8/colors/accent1_2#23" csCatId="accent1"/>
      <dgm:spPr/>
      <dgm:t>
        <a:bodyPr/>
        <a:lstStyle/>
        <a:p>
          <a:endParaRPr lang="en-US"/>
        </a:p>
      </dgm:t>
    </dgm:pt>
    <dgm:pt modelId="{F76587AF-D147-49D8-AD89-0A53BACE06E5}">
      <dgm:prSet/>
      <dgm:spPr/>
      <dgm:t>
        <a:bodyPr/>
        <a:lstStyle/>
        <a:p>
          <a:r>
            <a:rPr lang="en-US"/>
            <a:t>Female sex </a:t>
          </a:r>
        </a:p>
      </dgm:t>
    </dgm:pt>
    <dgm:pt modelId="{A52820CB-32E2-4CD1-BF2F-CF6871B164E2}" type="parTrans" cxnId="{0693EC29-1822-4B37-8DEE-F9B6AF8471E2}">
      <dgm:prSet/>
      <dgm:spPr/>
      <dgm:t>
        <a:bodyPr/>
        <a:lstStyle/>
        <a:p>
          <a:endParaRPr lang="en-US"/>
        </a:p>
      </dgm:t>
    </dgm:pt>
    <dgm:pt modelId="{C8A04D5D-D775-4CCF-AD41-5BCE6F0E6674}" type="sibTrans" cxnId="{0693EC29-1822-4B37-8DEE-F9B6AF8471E2}">
      <dgm:prSet/>
      <dgm:spPr/>
      <dgm:t>
        <a:bodyPr/>
        <a:lstStyle/>
        <a:p>
          <a:endParaRPr lang="en-US"/>
        </a:p>
      </dgm:t>
    </dgm:pt>
    <dgm:pt modelId="{38122195-8EEF-4772-A060-42163718575E}">
      <dgm:prSet/>
      <dgm:spPr/>
      <dgm:t>
        <a:bodyPr/>
        <a:lstStyle/>
        <a:p>
          <a:r>
            <a:rPr lang="en-US"/>
            <a:t>Increasing age</a:t>
          </a:r>
        </a:p>
      </dgm:t>
    </dgm:pt>
    <dgm:pt modelId="{1971A0AE-B54C-4AB8-8568-B159F1CC7BAE}" type="parTrans" cxnId="{12B78EA1-4032-4D5A-A18E-1FBF68B07DF3}">
      <dgm:prSet/>
      <dgm:spPr/>
      <dgm:t>
        <a:bodyPr/>
        <a:lstStyle/>
        <a:p>
          <a:endParaRPr lang="en-US"/>
        </a:p>
      </dgm:t>
    </dgm:pt>
    <dgm:pt modelId="{49C5210E-0C90-45A5-8D3A-14E6FBF6FC99}" type="sibTrans" cxnId="{12B78EA1-4032-4D5A-A18E-1FBF68B07DF3}">
      <dgm:prSet/>
      <dgm:spPr/>
      <dgm:t>
        <a:bodyPr/>
        <a:lstStyle/>
        <a:p>
          <a:endParaRPr lang="en-US"/>
        </a:p>
      </dgm:t>
    </dgm:pt>
    <dgm:pt modelId="{C794C76E-9251-42A3-8B98-FB9DD09103FF}">
      <dgm:prSet/>
      <dgm:spPr/>
      <dgm:t>
        <a:bodyPr/>
        <a:lstStyle/>
        <a:p>
          <a:r>
            <a:rPr lang="en-US"/>
            <a:t>Obesity </a:t>
          </a:r>
        </a:p>
      </dgm:t>
    </dgm:pt>
    <dgm:pt modelId="{4C6CC19E-8CCD-4E05-83C7-55E27D02410C}" type="parTrans" cxnId="{65CFFF48-E41C-4FE9-B273-C286EC3FBD4E}">
      <dgm:prSet/>
      <dgm:spPr/>
      <dgm:t>
        <a:bodyPr/>
        <a:lstStyle/>
        <a:p>
          <a:endParaRPr lang="en-US"/>
        </a:p>
      </dgm:t>
    </dgm:pt>
    <dgm:pt modelId="{77406DB9-F938-4852-A2D0-E32538275548}" type="sibTrans" cxnId="{65CFFF48-E41C-4FE9-B273-C286EC3FBD4E}">
      <dgm:prSet/>
      <dgm:spPr/>
      <dgm:t>
        <a:bodyPr/>
        <a:lstStyle/>
        <a:p>
          <a:endParaRPr lang="en-US"/>
        </a:p>
      </dgm:t>
    </dgm:pt>
    <dgm:pt modelId="{004E74CC-0984-4C0B-99F5-1F3E330F15B7}">
      <dgm:prSet/>
      <dgm:spPr/>
      <dgm:t>
        <a:bodyPr/>
        <a:lstStyle/>
        <a:p>
          <a:r>
            <a:rPr lang="en-US"/>
            <a:t>High fat diet</a:t>
          </a:r>
        </a:p>
      </dgm:t>
    </dgm:pt>
    <dgm:pt modelId="{C146403D-FB61-41C2-80F1-57A55557F2BA}" type="parTrans" cxnId="{27899552-DA74-461D-A241-52D00296EB4F}">
      <dgm:prSet/>
      <dgm:spPr/>
      <dgm:t>
        <a:bodyPr/>
        <a:lstStyle/>
        <a:p>
          <a:endParaRPr lang="en-US"/>
        </a:p>
      </dgm:t>
    </dgm:pt>
    <dgm:pt modelId="{71F8DEF4-F1F6-45EC-9C21-75A49D52A95E}" type="sibTrans" cxnId="{27899552-DA74-461D-A241-52D00296EB4F}">
      <dgm:prSet/>
      <dgm:spPr/>
      <dgm:t>
        <a:bodyPr/>
        <a:lstStyle/>
        <a:p>
          <a:endParaRPr lang="en-US"/>
        </a:p>
      </dgm:t>
    </dgm:pt>
    <dgm:pt modelId="{112CE950-8094-4E56-8E5D-E13D47DD7150}">
      <dgm:prSet/>
      <dgm:spPr/>
      <dgm:t>
        <a:bodyPr/>
        <a:lstStyle/>
        <a:p>
          <a:r>
            <a:rPr lang="en-US"/>
            <a:t>Rapid weight loss</a:t>
          </a:r>
        </a:p>
      </dgm:t>
    </dgm:pt>
    <dgm:pt modelId="{156F39B7-ED17-44CF-8D44-2B3CA455A100}" type="parTrans" cxnId="{31DCBFEE-47F0-463B-AD91-936688A6C918}">
      <dgm:prSet/>
      <dgm:spPr/>
      <dgm:t>
        <a:bodyPr/>
        <a:lstStyle/>
        <a:p>
          <a:endParaRPr lang="en-US"/>
        </a:p>
      </dgm:t>
    </dgm:pt>
    <dgm:pt modelId="{0FEDC540-8D05-46D9-AEF7-C6C04A0F5102}" type="sibTrans" cxnId="{31DCBFEE-47F0-463B-AD91-936688A6C918}">
      <dgm:prSet/>
      <dgm:spPr/>
      <dgm:t>
        <a:bodyPr/>
        <a:lstStyle/>
        <a:p>
          <a:endParaRPr lang="en-US"/>
        </a:p>
      </dgm:t>
    </dgm:pt>
    <dgm:pt modelId="{D50142B8-3CAE-402B-AF22-9F19943740E5}">
      <dgm:prSet/>
      <dgm:spPr/>
      <dgm:t>
        <a:bodyPr/>
        <a:lstStyle/>
        <a:p>
          <a:r>
            <a:rPr lang="en-US"/>
            <a:t>Diabetes mellitus</a:t>
          </a:r>
        </a:p>
      </dgm:t>
    </dgm:pt>
    <dgm:pt modelId="{2689FDC9-8594-4D9C-99C0-FB9303DEF375}" type="parTrans" cxnId="{EF5A44E7-4580-45BB-858F-4D866E665DEB}">
      <dgm:prSet/>
      <dgm:spPr/>
      <dgm:t>
        <a:bodyPr/>
        <a:lstStyle/>
        <a:p>
          <a:endParaRPr lang="en-US"/>
        </a:p>
      </dgm:t>
    </dgm:pt>
    <dgm:pt modelId="{C3F9FE19-FC7D-4AFF-891F-BADE766171E1}" type="sibTrans" cxnId="{EF5A44E7-4580-45BB-858F-4D866E665DEB}">
      <dgm:prSet/>
      <dgm:spPr/>
      <dgm:t>
        <a:bodyPr/>
        <a:lstStyle/>
        <a:p>
          <a:endParaRPr lang="en-US"/>
        </a:p>
      </dgm:t>
    </dgm:pt>
    <dgm:pt modelId="{7C8FA01E-34EB-45A4-A44D-B576EA4A3959}">
      <dgm:prSet/>
      <dgm:spPr/>
      <dgm:t>
        <a:bodyPr/>
        <a:lstStyle/>
        <a:p>
          <a:r>
            <a:rPr lang="en-US"/>
            <a:t>Family history of gall stones</a:t>
          </a:r>
        </a:p>
      </dgm:t>
    </dgm:pt>
    <dgm:pt modelId="{BE6B91E7-709D-446C-AD6D-6DD2756737D4}" type="parTrans" cxnId="{9CB480EB-101C-40C9-BF16-C3E77A42B7CF}">
      <dgm:prSet/>
      <dgm:spPr/>
      <dgm:t>
        <a:bodyPr/>
        <a:lstStyle/>
        <a:p>
          <a:endParaRPr lang="en-US"/>
        </a:p>
      </dgm:t>
    </dgm:pt>
    <dgm:pt modelId="{9F9FDC19-3620-484E-B752-8010B256957E}" type="sibTrans" cxnId="{9CB480EB-101C-40C9-BF16-C3E77A42B7CF}">
      <dgm:prSet/>
      <dgm:spPr/>
      <dgm:t>
        <a:bodyPr/>
        <a:lstStyle/>
        <a:p>
          <a:endParaRPr lang="en-US"/>
        </a:p>
      </dgm:t>
    </dgm:pt>
    <dgm:pt modelId="{C6EABEC3-A4E9-4037-BD5B-C882B5C29E7F}" type="pres">
      <dgm:prSet presAssocID="{1736BD77-8269-4920-A23D-F6C27ECF79B2}" presName="linear" presStyleCnt="0">
        <dgm:presLayoutVars>
          <dgm:animLvl val="lvl"/>
          <dgm:resizeHandles val="exact"/>
        </dgm:presLayoutVars>
      </dgm:prSet>
      <dgm:spPr/>
    </dgm:pt>
    <dgm:pt modelId="{A468B669-A99F-4720-BF10-7EFE5BAB49B6}" type="pres">
      <dgm:prSet presAssocID="{F76587AF-D147-49D8-AD89-0A53BACE06E5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A0DBA3A7-3FFC-47ED-B95B-642D7B10BE12}" type="pres">
      <dgm:prSet presAssocID="{C8A04D5D-D775-4CCF-AD41-5BCE6F0E6674}" presName="spacer" presStyleCnt="0"/>
      <dgm:spPr/>
    </dgm:pt>
    <dgm:pt modelId="{7F585D27-C68C-42A7-9D53-D47CD4FB609B}" type="pres">
      <dgm:prSet presAssocID="{38122195-8EEF-4772-A060-42163718575E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635140F0-40C8-45CF-B1E2-E59BC4FDE840}" type="pres">
      <dgm:prSet presAssocID="{49C5210E-0C90-45A5-8D3A-14E6FBF6FC99}" presName="spacer" presStyleCnt="0"/>
      <dgm:spPr/>
    </dgm:pt>
    <dgm:pt modelId="{A5F71174-2F02-49D6-A575-960A06FF7D7B}" type="pres">
      <dgm:prSet presAssocID="{C794C76E-9251-42A3-8B98-FB9DD09103FF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4718FCE6-551E-463B-8629-F8E77C75C970}" type="pres">
      <dgm:prSet presAssocID="{77406DB9-F938-4852-A2D0-E32538275548}" presName="spacer" presStyleCnt="0"/>
      <dgm:spPr/>
    </dgm:pt>
    <dgm:pt modelId="{16332F3D-3131-4F42-8C86-3362EBDC7270}" type="pres">
      <dgm:prSet presAssocID="{004E74CC-0984-4C0B-99F5-1F3E330F15B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F01780B8-E0FF-404E-AE76-633E28B24645}" type="pres">
      <dgm:prSet presAssocID="{71F8DEF4-F1F6-45EC-9C21-75A49D52A95E}" presName="spacer" presStyleCnt="0"/>
      <dgm:spPr/>
    </dgm:pt>
    <dgm:pt modelId="{EDE9B788-189D-41D0-91A1-5545FDED7318}" type="pres">
      <dgm:prSet presAssocID="{112CE950-8094-4E56-8E5D-E13D47DD7150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8643A70-04BE-43A1-AE49-97C6CC2BBF56}" type="pres">
      <dgm:prSet presAssocID="{0FEDC540-8D05-46D9-AEF7-C6C04A0F5102}" presName="spacer" presStyleCnt="0"/>
      <dgm:spPr/>
    </dgm:pt>
    <dgm:pt modelId="{57DB796E-DFF8-4C01-9542-A858ECCFB62E}" type="pres">
      <dgm:prSet presAssocID="{D50142B8-3CAE-402B-AF22-9F19943740E5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E8BF54AD-BCE4-4BAF-AB3A-554E607C0EAC}" type="pres">
      <dgm:prSet presAssocID="{C3F9FE19-FC7D-4AFF-891F-BADE766171E1}" presName="spacer" presStyleCnt="0"/>
      <dgm:spPr/>
    </dgm:pt>
    <dgm:pt modelId="{32397BBA-97EE-4245-BD17-8BCD1BFB76EC}" type="pres">
      <dgm:prSet presAssocID="{7C8FA01E-34EB-45A4-A44D-B576EA4A3959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0693EC29-1822-4B37-8DEE-F9B6AF8471E2}" srcId="{1736BD77-8269-4920-A23D-F6C27ECF79B2}" destId="{F76587AF-D147-49D8-AD89-0A53BACE06E5}" srcOrd="0" destOrd="0" parTransId="{A52820CB-32E2-4CD1-BF2F-CF6871B164E2}" sibTransId="{C8A04D5D-D775-4CCF-AD41-5BCE6F0E6674}"/>
    <dgm:cxn modelId="{FB80C53B-BF90-4430-B348-7D22EBDA3187}" type="presOf" srcId="{7C8FA01E-34EB-45A4-A44D-B576EA4A3959}" destId="{32397BBA-97EE-4245-BD17-8BCD1BFB76EC}" srcOrd="0" destOrd="0" presId="urn:microsoft.com/office/officeart/2005/8/layout/vList2"/>
    <dgm:cxn modelId="{2023903D-C9CA-45A6-9570-A77E24552718}" type="presOf" srcId="{D50142B8-3CAE-402B-AF22-9F19943740E5}" destId="{57DB796E-DFF8-4C01-9542-A858ECCFB62E}" srcOrd="0" destOrd="0" presId="urn:microsoft.com/office/officeart/2005/8/layout/vList2"/>
    <dgm:cxn modelId="{65CFFF48-E41C-4FE9-B273-C286EC3FBD4E}" srcId="{1736BD77-8269-4920-A23D-F6C27ECF79B2}" destId="{C794C76E-9251-42A3-8B98-FB9DD09103FF}" srcOrd="2" destOrd="0" parTransId="{4C6CC19E-8CCD-4E05-83C7-55E27D02410C}" sibTransId="{77406DB9-F938-4852-A2D0-E32538275548}"/>
    <dgm:cxn modelId="{4592C66F-F913-4931-9EBB-4DD720EFF5FD}" type="presOf" srcId="{C794C76E-9251-42A3-8B98-FB9DD09103FF}" destId="{A5F71174-2F02-49D6-A575-960A06FF7D7B}" srcOrd="0" destOrd="0" presId="urn:microsoft.com/office/officeart/2005/8/layout/vList2"/>
    <dgm:cxn modelId="{27899552-DA74-461D-A241-52D00296EB4F}" srcId="{1736BD77-8269-4920-A23D-F6C27ECF79B2}" destId="{004E74CC-0984-4C0B-99F5-1F3E330F15B7}" srcOrd="3" destOrd="0" parTransId="{C146403D-FB61-41C2-80F1-57A55557F2BA}" sibTransId="{71F8DEF4-F1F6-45EC-9C21-75A49D52A95E}"/>
    <dgm:cxn modelId="{12B78EA1-4032-4D5A-A18E-1FBF68B07DF3}" srcId="{1736BD77-8269-4920-A23D-F6C27ECF79B2}" destId="{38122195-8EEF-4772-A060-42163718575E}" srcOrd="1" destOrd="0" parTransId="{1971A0AE-B54C-4AB8-8568-B159F1CC7BAE}" sibTransId="{49C5210E-0C90-45A5-8D3A-14E6FBF6FC99}"/>
    <dgm:cxn modelId="{6E1ABFBF-6A8E-417E-95C1-F4B4A248730A}" type="presOf" srcId="{F76587AF-D147-49D8-AD89-0A53BACE06E5}" destId="{A468B669-A99F-4720-BF10-7EFE5BAB49B6}" srcOrd="0" destOrd="0" presId="urn:microsoft.com/office/officeart/2005/8/layout/vList2"/>
    <dgm:cxn modelId="{7CCBA6CF-268E-402F-A1E7-E0A75680A99C}" type="presOf" srcId="{1736BD77-8269-4920-A23D-F6C27ECF79B2}" destId="{C6EABEC3-A4E9-4037-BD5B-C882B5C29E7F}" srcOrd="0" destOrd="0" presId="urn:microsoft.com/office/officeart/2005/8/layout/vList2"/>
    <dgm:cxn modelId="{5DB707D6-00FB-40D2-BDD2-54818D70B5E6}" type="presOf" srcId="{004E74CC-0984-4C0B-99F5-1F3E330F15B7}" destId="{16332F3D-3131-4F42-8C86-3362EBDC7270}" srcOrd="0" destOrd="0" presId="urn:microsoft.com/office/officeart/2005/8/layout/vList2"/>
    <dgm:cxn modelId="{ED917EDA-434F-4C77-B593-E468808D51FC}" type="presOf" srcId="{38122195-8EEF-4772-A060-42163718575E}" destId="{7F585D27-C68C-42A7-9D53-D47CD4FB609B}" srcOrd="0" destOrd="0" presId="urn:microsoft.com/office/officeart/2005/8/layout/vList2"/>
    <dgm:cxn modelId="{EF5A44E7-4580-45BB-858F-4D866E665DEB}" srcId="{1736BD77-8269-4920-A23D-F6C27ECF79B2}" destId="{D50142B8-3CAE-402B-AF22-9F19943740E5}" srcOrd="5" destOrd="0" parTransId="{2689FDC9-8594-4D9C-99C0-FB9303DEF375}" sibTransId="{C3F9FE19-FC7D-4AFF-891F-BADE766171E1}"/>
    <dgm:cxn modelId="{2E98F6E7-058D-41AF-8CF3-B81380F52398}" type="presOf" srcId="{112CE950-8094-4E56-8E5D-E13D47DD7150}" destId="{EDE9B788-189D-41D0-91A1-5545FDED7318}" srcOrd="0" destOrd="0" presId="urn:microsoft.com/office/officeart/2005/8/layout/vList2"/>
    <dgm:cxn modelId="{9CB480EB-101C-40C9-BF16-C3E77A42B7CF}" srcId="{1736BD77-8269-4920-A23D-F6C27ECF79B2}" destId="{7C8FA01E-34EB-45A4-A44D-B576EA4A3959}" srcOrd="6" destOrd="0" parTransId="{BE6B91E7-709D-446C-AD6D-6DD2756737D4}" sibTransId="{9F9FDC19-3620-484E-B752-8010B256957E}"/>
    <dgm:cxn modelId="{31DCBFEE-47F0-463B-AD91-936688A6C918}" srcId="{1736BD77-8269-4920-A23D-F6C27ECF79B2}" destId="{112CE950-8094-4E56-8E5D-E13D47DD7150}" srcOrd="4" destOrd="0" parTransId="{156F39B7-ED17-44CF-8D44-2B3CA455A100}" sibTransId="{0FEDC540-8D05-46D9-AEF7-C6C04A0F5102}"/>
    <dgm:cxn modelId="{FF7CAAE1-C9AC-456B-8E61-06EFA4D126F6}" type="presParOf" srcId="{C6EABEC3-A4E9-4037-BD5B-C882B5C29E7F}" destId="{A468B669-A99F-4720-BF10-7EFE5BAB49B6}" srcOrd="0" destOrd="0" presId="urn:microsoft.com/office/officeart/2005/8/layout/vList2"/>
    <dgm:cxn modelId="{2F310104-82E6-4730-8AD5-CD8E70E69EC0}" type="presParOf" srcId="{C6EABEC3-A4E9-4037-BD5B-C882B5C29E7F}" destId="{A0DBA3A7-3FFC-47ED-B95B-642D7B10BE12}" srcOrd="1" destOrd="0" presId="urn:microsoft.com/office/officeart/2005/8/layout/vList2"/>
    <dgm:cxn modelId="{7808B1A3-1E7E-445E-ACF8-666538AA72E4}" type="presParOf" srcId="{C6EABEC3-A4E9-4037-BD5B-C882B5C29E7F}" destId="{7F585D27-C68C-42A7-9D53-D47CD4FB609B}" srcOrd="2" destOrd="0" presId="urn:microsoft.com/office/officeart/2005/8/layout/vList2"/>
    <dgm:cxn modelId="{DE645A9F-8114-498C-A6D5-74AB65F11C52}" type="presParOf" srcId="{C6EABEC3-A4E9-4037-BD5B-C882B5C29E7F}" destId="{635140F0-40C8-45CF-B1E2-E59BC4FDE840}" srcOrd="3" destOrd="0" presId="urn:microsoft.com/office/officeart/2005/8/layout/vList2"/>
    <dgm:cxn modelId="{F1782087-18AF-4429-940D-C54D58C6A483}" type="presParOf" srcId="{C6EABEC3-A4E9-4037-BD5B-C882B5C29E7F}" destId="{A5F71174-2F02-49D6-A575-960A06FF7D7B}" srcOrd="4" destOrd="0" presId="urn:microsoft.com/office/officeart/2005/8/layout/vList2"/>
    <dgm:cxn modelId="{B76D6A66-9350-48D7-90E9-33877DFF9051}" type="presParOf" srcId="{C6EABEC3-A4E9-4037-BD5B-C882B5C29E7F}" destId="{4718FCE6-551E-463B-8629-F8E77C75C970}" srcOrd="5" destOrd="0" presId="urn:microsoft.com/office/officeart/2005/8/layout/vList2"/>
    <dgm:cxn modelId="{7CC569F8-0565-4D76-BEB2-3FB2068F86F2}" type="presParOf" srcId="{C6EABEC3-A4E9-4037-BD5B-C882B5C29E7F}" destId="{16332F3D-3131-4F42-8C86-3362EBDC7270}" srcOrd="6" destOrd="0" presId="urn:microsoft.com/office/officeart/2005/8/layout/vList2"/>
    <dgm:cxn modelId="{070B3EA3-0740-478B-A393-0B11809D5F3D}" type="presParOf" srcId="{C6EABEC3-A4E9-4037-BD5B-C882B5C29E7F}" destId="{F01780B8-E0FF-404E-AE76-633E28B24645}" srcOrd="7" destOrd="0" presId="urn:microsoft.com/office/officeart/2005/8/layout/vList2"/>
    <dgm:cxn modelId="{AEB4447A-9879-4AD9-9291-41EAD34FDF74}" type="presParOf" srcId="{C6EABEC3-A4E9-4037-BD5B-C882B5C29E7F}" destId="{EDE9B788-189D-41D0-91A1-5545FDED7318}" srcOrd="8" destOrd="0" presId="urn:microsoft.com/office/officeart/2005/8/layout/vList2"/>
    <dgm:cxn modelId="{4B6E0AA5-250A-499C-8973-FC5479FA32CD}" type="presParOf" srcId="{C6EABEC3-A4E9-4037-BD5B-C882B5C29E7F}" destId="{F8643A70-04BE-43A1-AE49-97C6CC2BBF56}" srcOrd="9" destOrd="0" presId="urn:microsoft.com/office/officeart/2005/8/layout/vList2"/>
    <dgm:cxn modelId="{8FAB2357-C624-4D29-9B7C-323E9AD7AA9C}" type="presParOf" srcId="{C6EABEC3-A4E9-4037-BD5B-C882B5C29E7F}" destId="{57DB796E-DFF8-4C01-9542-A858ECCFB62E}" srcOrd="10" destOrd="0" presId="urn:microsoft.com/office/officeart/2005/8/layout/vList2"/>
    <dgm:cxn modelId="{7A8D608C-572E-4AB2-9716-664BAC3B5931}" type="presParOf" srcId="{C6EABEC3-A4E9-4037-BD5B-C882B5C29E7F}" destId="{E8BF54AD-BCE4-4BAF-AB3A-554E607C0EAC}" srcOrd="11" destOrd="0" presId="urn:microsoft.com/office/officeart/2005/8/layout/vList2"/>
    <dgm:cxn modelId="{7612C08A-D92C-46A2-8EC1-C5B48E26F6EB}" type="presParOf" srcId="{C6EABEC3-A4E9-4037-BD5B-C882B5C29E7F}" destId="{32397BBA-97EE-4245-BD17-8BCD1BFB76EC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E93AD6F-B5BF-4E1D-A1CB-30510C6412E1}" type="doc">
      <dgm:prSet loTypeId="urn:microsoft.com/office/officeart/2018/2/layout/IconVerticalSolidList" loCatId="icon" qsTypeId="urn:microsoft.com/office/officeart/2005/8/quickstyle/simple1#41" qsCatId="simple" csTypeId="urn:microsoft.com/office/officeart/2005/8/colors/accent1_2#38" csCatId="accent1" phldr="1"/>
      <dgm:spPr/>
      <dgm:t>
        <a:bodyPr/>
        <a:lstStyle/>
        <a:p>
          <a:endParaRPr lang="en-US"/>
        </a:p>
      </dgm:t>
    </dgm:pt>
    <dgm:pt modelId="{BF0B552B-F1F3-4995-9732-0129E21E13FD}">
      <dgm:prSet/>
      <dgm:spPr/>
      <dgm:t>
        <a:bodyPr/>
        <a:lstStyle/>
        <a:p>
          <a:r>
            <a:rPr lang="en-US"/>
            <a:t>History and physical examination</a:t>
          </a:r>
        </a:p>
      </dgm:t>
    </dgm:pt>
    <dgm:pt modelId="{7F950061-4B64-47B4-A971-5F977D7762DA}" type="parTrans" cxnId="{F4B40E09-2ED9-46D3-9989-C7EA3A1FF93D}">
      <dgm:prSet/>
      <dgm:spPr/>
      <dgm:t>
        <a:bodyPr/>
        <a:lstStyle/>
        <a:p>
          <a:endParaRPr lang="en-US"/>
        </a:p>
      </dgm:t>
    </dgm:pt>
    <dgm:pt modelId="{78886980-38DD-4BE9-A99B-5B45F8305035}" type="sibTrans" cxnId="{F4B40E09-2ED9-46D3-9989-C7EA3A1FF93D}">
      <dgm:prSet/>
      <dgm:spPr/>
      <dgm:t>
        <a:bodyPr/>
        <a:lstStyle/>
        <a:p>
          <a:endParaRPr lang="en-US"/>
        </a:p>
      </dgm:t>
    </dgm:pt>
    <dgm:pt modelId="{F8FA4B75-012C-4DEC-891C-08AB51D26442}">
      <dgm:prSet/>
      <dgm:spPr/>
      <dgm:t>
        <a:bodyPr/>
        <a:lstStyle/>
        <a:p>
          <a:r>
            <a:rPr lang="en-US"/>
            <a:t>Ultrasonography of abdomen and pelvis</a:t>
          </a:r>
        </a:p>
      </dgm:t>
    </dgm:pt>
    <dgm:pt modelId="{DA6D2C21-523D-4E2B-AF20-EAE11E8BF1B0}" type="parTrans" cxnId="{87F08492-D98B-4599-B02F-3FA72D085655}">
      <dgm:prSet/>
      <dgm:spPr/>
      <dgm:t>
        <a:bodyPr/>
        <a:lstStyle/>
        <a:p>
          <a:endParaRPr lang="en-US"/>
        </a:p>
      </dgm:t>
    </dgm:pt>
    <dgm:pt modelId="{9C27273E-970E-43A6-A777-E44B504A310E}" type="sibTrans" cxnId="{87F08492-D98B-4599-B02F-3FA72D085655}">
      <dgm:prSet/>
      <dgm:spPr/>
      <dgm:t>
        <a:bodyPr/>
        <a:lstStyle/>
        <a:p>
          <a:endParaRPr lang="en-US"/>
        </a:p>
      </dgm:t>
    </dgm:pt>
    <dgm:pt modelId="{0A12D5C6-78F8-43E8-92A9-42233D9A87F4}">
      <dgm:prSet/>
      <dgm:spPr/>
      <dgm:t>
        <a:bodyPr/>
        <a:lstStyle/>
        <a:p>
          <a:r>
            <a:rPr lang="en-US"/>
            <a:t>Complete blood picture</a:t>
          </a:r>
        </a:p>
      </dgm:t>
    </dgm:pt>
    <dgm:pt modelId="{66EA77A3-5E5C-44AB-A0FB-F4E31D29741D}" type="parTrans" cxnId="{9E4782E9-9AF2-4B61-8C2B-CC0E40363D9E}">
      <dgm:prSet/>
      <dgm:spPr/>
      <dgm:t>
        <a:bodyPr/>
        <a:lstStyle/>
        <a:p>
          <a:endParaRPr lang="en-US"/>
        </a:p>
      </dgm:t>
    </dgm:pt>
    <dgm:pt modelId="{42B534D0-C3AB-4D2D-92DC-D4982953B8AA}" type="sibTrans" cxnId="{9E4782E9-9AF2-4B61-8C2B-CC0E40363D9E}">
      <dgm:prSet/>
      <dgm:spPr/>
      <dgm:t>
        <a:bodyPr/>
        <a:lstStyle/>
        <a:p>
          <a:endParaRPr lang="en-US"/>
        </a:p>
      </dgm:t>
    </dgm:pt>
    <dgm:pt modelId="{FCCA397F-EE92-470D-A862-9E6F259E750A}">
      <dgm:prSet/>
      <dgm:spPr/>
      <dgm:t>
        <a:bodyPr/>
        <a:lstStyle/>
        <a:p>
          <a:r>
            <a:rPr lang="en-US"/>
            <a:t>HIDA scan [ cholecintigraphy]</a:t>
          </a:r>
        </a:p>
      </dgm:t>
    </dgm:pt>
    <dgm:pt modelId="{DEC18279-A8C7-4205-8F0E-9CE38ED2D0EF}" type="parTrans" cxnId="{3713B469-3141-4C04-B01E-1137C1BBC890}">
      <dgm:prSet/>
      <dgm:spPr/>
      <dgm:t>
        <a:bodyPr/>
        <a:lstStyle/>
        <a:p>
          <a:endParaRPr lang="en-US"/>
        </a:p>
      </dgm:t>
    </dgm:pt>
    <dgm:pt modelId="{DBA5F0A0-9AE4-4B09-B465-2807D72FB6BD}" type="sibTrans" cxnId="{3713B469-3141-4C04-B01E-1137C1BBC890}">
      <dgm:prSet/>
      <dgm:spPr/>
      <dgm:t>
        <a:bodyPr/>
        <a:lstStyle/>
        <a:p>
          <a:endParaRPr lang="en-US"/>
        </a:p>
      </dgm:t>
    </dgm:pt>
    <dgm:pt modelId="{608A1BCC-9D02-4A9A-9E47-E0223AAA17F5}">
      <dgm:prSet/>
      <dgm:spPr/>
      <dgm:t>
        <a:bodyPr/>
        <a:lstStyle/>
        <a:p>
          <a:r>
            <a:rPr lang="en-US"/>
            <a:t>CT, MRI scan</a:t>
          </a:r>
        </a:p>
      </dgm:t>
    </dgm:pt>
    <dgm:pt modelId="{79D705C3-4975-45F2-9EA9-64D7692A34AF}" type="parTrans" cxnId="{DECECF4C-FF50-47A6-8DD2-F9FB68C6A531}">
      <dgm:prSet/>
      <dgm:spPr/>
      <dgm:t>
        <a:bodyPr/>
        <a:lstStyle/>
        <a:p>
          <a:endParaRPr lang="en-US"/>
        </a:p>
      </dgm:t>
    </dgm:pt>
    <dgm:pt modelId="{C980CBC4-5720-40BF-A042-A5A0AE3038E9}" type="sibTrans" cxnId="{DECECF4C-FF50-47A6-8DD2-F9FB68C6A531}">
      <dgm:prSet/>
      <dgm:spPr/>
      <dgm:t>
        <a:bodyPr/>
        <a:lstStyle/>
        <a:p>
          <a:endParaRPr lang="en-US"/>
        </a:p>
      </dgm:t>
    </dgm:pt>
    <dgm:pt modelId="{FD58F666-81B8-4584-81AE-16AA9488E66C}">
      <dgm:prSet/>
      <dgm:spPr/>
      <dgm:t>
        <a:bodyPr/>
        <a:lstStyle/>
        <a:p>
          <a:r>
            <a:rPr lang="en-US"/>
            <a:t>Liver and renal function tests</a:t>
          </a:r>
        </a:p>
      </dgm:t>
    </dgm:pt>
    <dgm:pt modelId="{08DB29DD-679C-4ACA-BFBB-885607B41F63}" type="parTrans" cxnId="{3AAAE9F8-16C8-4F12-ABEE-6DA4B2965BF7}">
      <dgm:prSet/>
      <dgm:spPr/>
      <dgm:t>
        <a:bodyPr/>
        <a:lstStyle/>
        <a:p>
          <a:endParaRPr lang="en-US"/>
        </a:p>
      </dgm:t>
    </dgm:pt>
    <dgm:pt modelId="{17AC068E-6D33-410B-8CE1-38C7E4D44195}" type="sibTrans" cxnId="{3AAAE9F8-16C8-4F12-ABEE-6DA4B2965BF7}">
      <dgm:prSet/>
      <dgm:spPr/>
      <dgm:t>
        <a:bodyPr/>
        <a:lstStyle/>
        <a:p>
          <a:endParaRPr lang="en-US"/>
        </a:p>
      </dgm:t>
    </dgm:pt>
    <dgm:pt modelId="{62B8ADF2-DB2E-4C85-AB31-C0FE2B4F71AD}" type="pres">
      <dgm:prSet presAssocID="{1E93AD6F-B5BF-4E1D-A1CB-30510C6412E1}" presName="root" presStyleCnt="0">
        <dgm:presLayoutVars>
          <dgm:dir/>
          <dgm:resizeHandles val="exact"/>
        </dgm:presLayoutVars>
      </dgm:prSet>
      <dgm:spPr/>
    </dgm:pt>
    <dgm:pt modelId="{8CCBCF52-7DE1-40DC-810C-47FE105479E3}" type="pres">
      <dgm:prSet presAssocID="{BF0B552B-F1F3-4995-9732-0129E21E13FD}" presName="compNode" presStyleCnt="0"/>
      <dgm:spPr/>
    </dgm:pt>
    <dgm:pt modelId="{28A190F0-772B-460A-BF8D-EFFD15423950}" type="pres">
      <dgm:prSet presAssocID="{BF0B552B-F1F3-4995-9732-0129E21E13FD}" presName="bgRect" presStyleLbl="bgShp" presStyleIdx="0" presStyleCnt="6"/>
      <dgm:spPr/>
    </dgm:pt>
    <dgm:pt modelId="{A4C657B0-9E6A-416A-AC2B-3421AE28B3D2}" type="pres">
      <dgm:prSet presAssocID="{BF0B552B-F1F3-4995-9732-0129E21E13FD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5F2E63F8-4D00-412B-8B39-1B2F69A67B79}" type="pres">
      <dgm:prSet presAssocID="{BF0B552B-F1F3-4995-9732-0129E21E13FD}" presName="spaceRect" presStyleCnt="0"/>
      <dgm:spPr/>
    </dgm:pt>
    <dgm:pt modelId="{10D8C9B1-4825-4E52-9730-7EC75F5F7389}" type="pres">
      <dgm:prSet presAssocID="{BF0B552B-F1F3-4995-9732-0129E21E13FD}" presName="parTx" presStyleLbl="revTx" presStyleIdx="0" presStyleCnt="6">
        <dgm:presLayoutVars>
          <dgm:chMax val="0"/>
          <dgm:chPref val="0"/>
        </dgm:presLayoutVars>
      </dgm:prSet>
      <dgm:spPr/>
    </dgm:pt>
    <dgm:pt modelId="{83A35B38-720D-4612-B2EC-C4051E761B1A}" type="pres">
      <dgm:prSet presAssocID="{78886980-38DD-4BE9-A99B-5B45F8305035}" presName="sibTrans" presStyleCnt="0"/>
      <dgm:spPr/>
    </dgm:pt>
    <dgm:pt modelId="{DD52E803-CA8B-4F21-A715-37C0642EBA30}" type="pres">
      <dgm:prSet presAssocID="{F8FA4B75-012C-4DEC-891C-08AB51D26442}" presName="compNode" presStyleCnt="0"/>
      <dgm:spPr/>
    </dgm:pt>
    <dgm:pt modelId="{55ED7772-60E6-4A1E-84D0-E60D77198507}" type="pres">
      <dgm:prSet presAssocID="{F8FA4B75-012C-4DEC-891C-08AB51D26442}" presName="bgRect" presStyleLbl="bgShp" presStyleIdx="1" presStyleCnt="6"/>
      <dgm:spPr/>
    </dgm:pt>
    <dgm:pt modelId="{948B566F-97C8-46CD-BA37-9220861BDD76}" type="pres">
      <dgm:prSet presAssocID="{F8FA4B75-012C-4DEC-891C-08AB51D26442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52E9725-0621-4F9C-8435-F2F61DE26B1E}" type="pres">
      <dgm:prSet presAssocID="{F8FA4B75-012C-4DEC-891C-08AB51D26442}" presName="spaceRect" presStyleCnt="0"/>
      <dgm:spPr/>
    </dgm:pt>
    <dgm:pt modelId="{04A43776-E73B-4E38-9E20-F3F78DE140F9}" type="pres">
      <dgm:prSet presAssocID="{F8FA4B75-012C-4DEC-891C-08AB51D26442}" presName="parTx" presStyleLbl="revTx" presStyleIdx="1" presStyleCnt="6">
        <dgm:presLayoutVars>
          <dgm:chMax val="0"/>
          <dgm:chPref val="0"/>
        </dgm:presLayoutVars>
      </dgm:prSet>
      <dgm:spPr/>
    </dgm:pt>
    <dgm:pt modelId="{76D0FB5D-56AA-4285-98EB-93D5BBC66A11}" type="pres">
      <dgm:prSet presAssocID="{9C27273E-970E-43A6-A777-E44B504A310E}" presName="sibTrans" presStyleCnt="0"/>
      <dgm:spPr/>
    </dgm:pt>
    <dgm:pt modelId="{189A7EB2-44E0-4BD5-927D-2C547A1C7DE7}" type="pres">
      <dgm:prSet presAssocID="{0A12D5C6-78F8-43E8-92A9-42233D9A87F4}" presName="compNode" presStyleCnt="0"/>
      <dgm:spPr/>
    </dgm:pt>
    <dgm:pt modelId="{E6498477-8AA0-44AD-87C5-A7F18E4B49F3}" type="pres">
      <dgm:prSet presAssocID="{0A12D5C6-78F8-43E8-92A9-42233D9A87F4}" presName="bgRect" presStyleLbl="bgShp" presStyleIdx="2" presStyleCnt="6"/>
      <dgm:spPr/>
    </dgm:pt>
    <dgm:pt modelId="{2B7E0E91-DDB5-49B3-945A-0788D43A3FF7}" type="pres">
      <dgm:prSet presAssocID="{0A12D5C6-78F8-43E8-92A9-42233D9A87F4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edle"/>
        </a:ext>
      </dgm:extLst>
    </dgm:pt>
    <dgm:pt modelId="{88CAF2F1-D02D-4D00-8E81-7974588914C5}" type="pres">
      <dgm:prSet presAssocID="{0A12D5C6-78F8-43E8-92A9-42233D9A87F4}" presName="spaceRect" presStyleCnt="0"/>
      <dgm:spPr/>
    </dgm:pt>
    <dgm:pt modelId="{67C92EBD-4D0C-46FC-9909-19CC338AAE4C}" type="pres">
      <dgm:prSet presAssocID="{0A12D5C6-78F8-43E8-92A9-42233D9A87F4}" presName="parTx" presStyleLbl="revTx" presStyleIdx="2" presStyleCnt="6">
        <dgm:presLayoutVars>
          <dgm:chMax val="0"/>
          <dgm:chPref val="0"/>
        </dgm:presLayoutVars>
      </dgm:prSet>
      <dgm:spPr/>
    </dgm:pt>
    <dgm:pt modelId="{4EB0E65B-9FFF-4712-9171-6C5C6910E10A}" type="pres">
      <dgm:prSet presAssocID="{42B534D0-C3AB-4D2D-92DC-D4982953B8AA}" presName="sibTrans" presStyleCnt="0"/>
      <dgm:spPr/>
    </dgm:pt>
    <dgm:pt modelId="{718FE970-504C-4557-B52B-6C423B96091C}" type="pres">
      <dgm:prSet presAssocID="{FCCA397F-EE92-470D-A862-9E6F259E750A}" presName="compNode" presStyleCnt="0"/>
      <dgm:spPr/>
    </dgm:pt>
    <dgm:pt modelId="{15A04358-A435-4A6C-A549-882777EEC4CC}" type="pres">
      <dgm:prSet presAssocID="{FCCA397F-EE92-470D-A862-9E6F259E750A}" presName="bgRect" presStyleLbl="bgShp" presStyleIdx="3" presStyleCnt="6"/>
      <dgm:spPr/>
    </dgm:pt>
    <dgm:pt modelId="{DC1ABB04-7A13-448E-9F24-38528D37575A}" type="pres">
      <dgm:prSet presAssocID="{FCCA397F-EE92-470D-A862-9E6F259E750A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9C6463B9-7349-413C-AC9A-EA23C6772F45}" type="pres">
      <dgm:prSet presAssocID="{FCCA397F-EE92-470D-A862-9E6F259E750A}" presName="spaceRect" presStyleCnt="0"/>
      <dgm:spPr/>
    </dgm:pt>
    <dgm:pt modelId="{96606BC0-6962-4CE4-B304-37CCB5640185}" type="pres">
      <dgm:prSet presAssocID="{FCCA397F-EE92-470D-A862-9E6F259E750A}" presName="parTx" presStyleLbl="revTx" presStyleIdx="3" presStyleCnt="6">
        <dgm:presLayoutVars>
          <dgm:chMax val="0"/>
          <dgm:chPref val="0"/>
        </dgm:presLayoutVars>
      </dgm:prSet>
      <dgm:spPr/>
    </dgm:pt>
    <dgm:pt modelId="{FC1D5859-7E2E-402F-90FA-4BDF68FFD95A}" type="pres">
      <dgm:prSet presAssocID="{DBA5F0A0-9AE4-4B09-B465-2807D72FB6BD}" presName="sibTrans" presStyleCnt="0"/>
      <dgm:spPr/>
    </dgm:pt>
    <dgm:pt modelId="{76C489ED-C4AB-4625-9D34-CAEF0E917B3B}" type="pres">
      <dgm:prSet presAssocID="{608A1BCC-9D02-4A9A-9E47-E0223AAA17F5}" presName="compNode" presStyleCnt="0"/>
      <dgm:spPr/>
    </dgm:pt>
    <dgm:pt modelId="{EA4352E3-8334-4ECD-B4EF-5CE85D65F9D4}" type="pres">
      <dgm:prSet presAssocID="{608A1BCC-9D02-4A9A-9E47-E0223AAA17F5}" presName="bgRect" presStyleLbl="bgShp" presStyleIdx="4" presStyleCnt="6"/>
      <dgm:spPr/>
    </dgm:pt>
    <dgm:pt modelId="{716BB5D3-2CFE-4FFD-B116-5492882175B8}" type="pres">
      <dgm:prSet presAssocID="{608A1BCC-9D02-4A9A-9E47-E0223AAA17F5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croscope"/>
        </a:ext>
      </dgm:extLst>
    </dgm:pt>
    <dgm:pt modelId="{02CA5303-D643-43A7-A718-85327D0D190E}" type="pres">
      <dgm:prSet presAssocID="{608A1BCC-9D02-4A9A-9E47-E0223AAA17F5}" presName="spaceRect" presStyleCnt="0"/>
      <dgm:spPr/>
    </dgm:pt>
    <dgm:pt modelId="{CA07AB19-07E2-41B4-9030-041EE6848D3C}" type="pres">
      <dgm:prSet presAssocID="{608A1BCC-9D02-4A9A-9E47-E0223AAA17F5}" presName="parTx" presStyleLbl="revTx" presStyleIdx="4" presStyleCnt="6">
        <dgm:presLayoutVars>
          <dgm:chMax val="0"/>
          <dgm:chPref val="0"/>
        </dgm:presLayoutVars>
      </dgm:prSet>
      <dgm:spPr/>
    </dgm:pt>
    <dgm:pt modelId="{3D680163-F890-4351-BA1F-AF20922B77B0}" type="pres">
      <dgm:prSet presAssocID="{C980CBC4-5720-40BF-A042-A5A0AE3038E9}" presName="sibTrans" presStyleCnt="0"/>
      <dgm:spPr/>
    </dgm:pt>
    <dgm:pt modelId="{EEFFEA71-28E1-4534-A738-B34CF699CFF9}" type="pres">
      <dgm:prSet presAssocID="{FD58F666-81B8-4584-81AE-16AA9488E66C}" presName="compNode" presStyleCnt="0"/>
      <dgm:spPr/>
    </dgm:pt>
    <dgm:pt modelId="{679D034A-6EA2-48D0-ADDC-E033A17B1D0C}" type="pres">
      <dgm:prSet presAssocID="{FD58F666-81B8-4584-81AE-16AA9488E66C}" presName="bgRect" presStyleLbl="bgShp" presStyleIdx="5" presStyleCnt="6"/>
      <dgm:spPr/>
    </dgm:pt>
    <dgm:pt modelId="{C6743364-8600-4E33-88DB-D456F7A72723}" type="pres">
      <dgm:prSet presAssocID="{FD58F666-81B8-4584-81AE-16AA9488E66C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1FE057AB-D1EA-4D51-9E0D-B0614728CE5F}" type="pres">
      <dgm:prSet presAssocID="{FD58F666-81B8-4584-81AE-16AA9488E66C}" presName="spaceRect" presStyleCnt="0"/>
      <dgm:spPr/>
    </dgm:pt>
    <dgm:pt modelId="{86CBC7C9-7B7D-4E72-9B1E-F01DE418EB45}" type="pres">
      <dgm:prSet presAssocID="{FD58F666-81B8-4584-81AE-16AA9488E66C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F4B40E09-2ED9-46D3-9989-C7EA3A1FF93D}" srcId="{1E93AD6F-B5BF-4E1D-A1CB-30510C6412E1}" destId="{BF0B552B-F1F3-4995-9732-0129E21E13FD}" srcOrd="0" destOrd="0" parTransId="{7F950061-4B64-47B4-A971-5F977D7762DA}" sibTransId="{78886980-38DD-4BE9-A99B-5B45F8305035}"/>
    <dgm:cxn modelId="{0D79F714-8A58-49C2-A312-16CF8C33E5A8}" type="presOf" srcId="{0A12D5C6-78F8-43E8-92A9-42233D9A87F4}" destId="{67C92EBD-4D0C-46FC-9909-19CC338AAE4C}" srcOrd="0" destOrd="0" presId="urn:microsoft.com/office/officeart/2018/2/layout/IconVerticalSolidList"/>
    <dgm:cxn modelId="{DF443238-3A72-4CC5-A75D-74084031472D}" type="presOf" srcId="{FCCA397F-EE92-470D-A862-9E6F259E750A}" destId="{96606BC0-6962-4CE4-B304-37CCB5640185}" srcOrd="0" destOrd="0" presId="urn:microsoft.com/office/officeart/2018/2/layout/IconVerticalSolidList"/>
    <dgm:cxn modelId="{19A47868-9A9E-480C-AA24-04D12F0085E8}" type="presOf" srcId="{FD58F666-81B8-4584-81AE-16AA9488E66C}" destId="{86CBC7C9-7B7D-4E72-9B1E-F01DE418EB45}" srcOrd="0" destOrd="0" presId="urn:microsoft.com/office/officeart/2018/2/layout/IconVerticalSolidList"/>
    <dgm:cxn modelId="{3713B469-3141-4C04-B01E-1137C1BBC890}" srcId="{1E93AD6F-B5BF-4E1D-A1CB-30510C6412E1}" destId="{FCCA397F-EE92-470D-A862-9E6F259E750A}" srcOrd="3" destOrd="0" parTransId="{DEC18279-A8C7-4205-8F0E-9CE38ED2D0EF}" sibTransId="{DBA5F0A0-9AE4-4B09-B465-2807D72FB6BD}"/>
    <dgm:cxn modelId="{DECECF4C-FF50-47A6-8DD2-F9FB68C6A531}" srcId="{1E93AD6F-B5BF-4E1D-A1CB-30510C6412E1}" destId="{608A1BCC-9D02-4A9A-9E47-E0223AAA17F5}" srcOrd="4" destOrd="0" parTransId="{79D705C3-4975-45F2-9EA9-64D7692A34AF}" sibTransId="{C980CBC4-5720-40BF-A042-A5A0AE3038E9}"/>
    <dgm:cxn modelId="{C05F6C74-66F5-4089-8052-D51C4D0E9D8D}" type="presOf" srcId="{BF0B552B-F1F3-4995-9732-0129E21E13FD}" destId="{10D8C9B1-4825-4E52-9730-7EC75F5F7389}" srcOrd="0" destOrd="0" presId="urn:microsoft.com/office/officeart/2018/2/layout/IconVerticalSolidList"/>
    <dgm:cxn modelId="{87F08492-D98B-4599-B02F-3FA72D085655}" srcId="{1E93AD6F-B5BF-4E1D-A1CB-30510C6412E1}" destId="{F8FA4B75-012C-4DEC-891C-08AB51D26442}" srcOrd="1" destOrd="0" parTransId="{DA6D2C21-523D-4E2B-AF20-EAE11E8BF1B0}" sibTransId="{9C27273E-970E-43A6-A777-E44B504A310E}"/>
    <dgm:cxn modelId="{F677D9AD-F507-47C0-8BB5-CBAF19B82519}" type="presOf" srcId="{F8FA4B75-012C-4DEC-891C-08AB51D26442}" destId="{04A43776-E73B-4E38-9E20-F3F78DE140F9}" srcOrd="0" destOrd="0" presId="urn:microsoft.com/office/officeart/2018/2/layout/IconVerticalSolidList"/>
    <dgm:cxn modelId="{87496CBD-A14D-4F70-A796-915DE2F1FE45}" type="presOf" srcId="{1E93AD6F-B5BF-4E1D-A1CB-30510C6412E1}" destId="{62B8ADF2-DB2E-4C85-AB31-C0FE2B4F71AD}" srcOrd="0" destOrd="0" presId="urn:microsoft.com/office/officeart/2018/2/layout/IconVerticalSolidList"/>
    <dgm:cxn modelId="{7A65CADE-DAF9-4BFE-A0EE-436E5E0BCF38}" type="presOf" srcId="{608A1BCC-9D02-4A9A-9E47-E0223AAA17F5}" destId="{CA07AB19-07E2-41B4-9030-041EE6848D3C}" srcOrd="0" destOrd="0" presId="urn:microsoft.com/office/officeart/2018/2/layout/IconVerticalSolidList"/>
    <dgm:cxn modelId="{9E4782E9-9AF2-4B61-8C2B-CC0E40363D9E}" srcId="{1E93AD6F-B5BF-4E1D-A1CB-30510C6412E1}" destId="{0A12D5C6-78F8-43E8-92A9-42233D9A87F4}" srcOrd="2" destOrd="0" parTransId="{66EA77A3-5E5C-44AB-A0FB-F4E31D29741D}" sibTransId="{42B534D0-C3AB-4D2D-92DC-D4982953B8AA}"/>
    <dgm:cxn modelId="{3AAAE9F8-16C8-4F12-ABEE-6DA4B2965BF7}" srcId="{1E93AD6F-B5BF-4E1D-A1CB-30510C6412E1}" destId="{FD58F666-81B8-4584-81AE-16AA9488E66C}" srcOrd="5" destOrd="0" parTransId="{08DB29DD-679C-4ACA-BFBB-885607B41F63}" sibTransId="{17AC068E-6D33-410B-8CE1-38C7E4D44195}"/>
    <dgm:cxn modelId="{CBF3D8B9-AF92-438F-8DD5-17C964F4EEE9}" type="presParOf" srcId="{62B8ADF2-DB2E-4C85-AB31-C0FE2B4F71AD}" destId="{8CCBCF52-7DE1-40DC-810C-47FE105479E3}" srcOrd="0" destOrd="0" presId="urn:microsoft.com/office/officeart/2018/2/layout/IconVerticalSolidList"/>
    <dgm:cxn modelId="{2B55AF09-0561-49AF-B23A-ABD62C5119A4}" type="presParOf" srcId="{8CCBCF52-7DE1-40DC-810C-47FE105479E3}" destId="{28A190F0-772B-460A-BF8D-EFFD15423950}" srcOrd="0" destOrd="0" presId="urn:microsoft.com/office/officeart/2018/2/layout/IconVerticalSolidList"/>
    <dgm:cxn modelId="{71F146E5-08AD-43C5-8637-3D301880F86B}" type="presParOf" srcId="{8CCBCF52-7DE1-40DC-810C-47FE105479E3}" destId="{A4C657B0-9E6A-416A-AC2B-3421AE28B3D2}" srcOrd="1" destOrd="0" presId="urn:microsoft.com/office/officeart/2018/2/layout/IconVerticalSolidList"/>
    <dgm:cxn modelId="{2EDD6F0D-D6FE-4B52-97CC-5717AB289FCA}" type="presParOf" srcId="{8CCBCF52-7DE1-40DC-810C-47FE105479E3}" destId="{5F2E63F8-4D00-412B-8B39-1B2F69A67B79}" srcOrd="2" destOrd="0" presId="urn:microsoft.com/office/officeart/2018/2/layout/IconVerticalSolidList"/>
    <dgm:cxn modelId="{8A2C39CB-14A0-4C93-B5F8-A595C0FC14FF}" type="presParOf" srcId="{8CCBCF52-7DE1-40DC-810C-47FE105479E3}" destId="{10D8C9B1-4825-4E52-9730-7EC75F5F7389}" srcOrd="3" destOrd="0" presId="urn:microsoft.com/office/officeart/2018/2/layout/IconVerticalSolidList"/>
    <dgm:cxn modelId="{40ED8F55-4524-42B5-8CF3-FB503517D9FB}" type="presParOf" srcId="{62B8ADF2-DB2E-4C85-AB31-C0FE2B4F71AD}" destId="{83A35B38-720D-4612-B2EC-C4051E761B1A}" srcOrd="1" destOrd="0" presId="urn:microsoft.com/office/officeart/2018/2/layout/IconVerticalSolidList"/>
    <dgm:cxn modelId="{A5391334-E67D-46E7-BD9A-032815AEBE9B}" type="presParOf" srcId="{62B8ADF2-DB2E-4C85-AB31-C0FE2B4F71AD}" destId="{DD52E803-CA8B-4F21-A715-37C0642EBA30}" srcOrd="2" destOrd="0" presId="urn:microsoft.com/office/officeart/2018/2/layout/IconVerticalSolidList"/>
    <dgm:cxn modelId="{203B7045-716E-4E2E-A2A2-781248DE1D46}" type="presParOf" srcId="{DD52E803-CA8B-4F21-A715-37C0642EBA30}" destId="{55ED7772-60E6-4A1E-84D0-E60D77198507}" srcOrd="0" destOrd="0" presId="urn:microsoft.com/office/officeart/2018/2/layout/IconVerticalSolidList"/>
    <dgm:cxn modelId="{79C95EE6-BFB0-4A8C-8E6A-093A684562D9}" type="presParOf" srcId="{DD52E803-CA8B-4F21-A715-37C0642EBA30}" destId="{948B566F-97C8-46CD-BA37-9220861BDD76}" srcOrd="1" destOrd="0" presId="urn:microsoft.com/office/officeart/2018/2/layout/IconVerticalSolidList"/>
    <dgm:cxn modelId="{95D24B6B-DA72-4F7D-A145-17687BE99EBB}" type="presParOf" srcId="{DD52E803-CA8B-4F21-A715-37C0642EBA30}" destId="{852E9725-0621-4F9C-8435-F2F61DE26B1E}" srcOrd="2" destOrd="0" presId="urn:microsoft.com/office/officeart/2018/2/layout/IconVerticalSolidList"/>
    <dgm:cxn modelId="{F8857FF7-C7B5-4D38-AFC0-00082BF86AF8}" type="presParOf" srcId="{DD52E803-CA8B-4F21-A715-37C0642EBA30}" destId="{04A43776-E73B-4E38-9E20-F3F78DE140F9}" srcOrd="3" destOrd="0" presId="urn:microsoft.com/office/officeart/2018/2/layout/IconVerticalSolidList"/>
    <dgm:cxn modelId="{537CEC65-0ACE-439F-ADC3-EC7CA8E70F4D}" type="presParOf" srcId="{62B8ADF2-DB2E-4C85-AB31-C0FE2B4F71AD}" destId="{76D0FB5D-56AA-4285-98EB-93D5BBC66A11}" srcOrd="3" destOrd="0" presId="urn:microsoft.com/office/officeart/2018/2/layout/IconVerticalSolidList"/>
    <dgm:cxn modelId="{F6976E47-44FA-4349-9D1B-95FC343F9A9E}" type="presParOf" srcId="{62B8ADF2-DB2E-4C85-AB31-C0FE2B4F71AD}" destId="{189A7EB2-44E0-4BD5-927D-2C547A1C7DE7}" srcOrd="4" destOrd="0" presId="urn:microsoft.com/office/officeart/2018/2/layout/IconVerticalSolidList"/>
    <dgm:cxn modelId="{76F5CFBF-A755-400D-9E3C-22DECCC84FDE}" type="presParOf" srcId="{189A7EB2-44E0-4BD5-927D-2C547A1C7DE7}" destId="{E6498477-8AA0-44AD-87C5-A7F18E4B49F3}" srcOrd="0" destOrd="0" presId="urn:microsoft.com/office/officeart/2018/2/layout/IconVerticalSolidList"/>
    <dgm:cxn modelId="{B64A8F92-D327-4D93-BD57-C767E0C55403}" type="presParOf" srcId="{189A7EB2-44E0-4BD5-927D-2C547A1C7DE7}" destId="{2B7E0E91-DDB5-49B3-945A-0788D43A3FF7}" srcOrd="1" destOrd="0" presId="urn:microsoft.com/office/officeart/2018/2/layout/IconVerticalSolidList"/>
    <dgm:cxn modelId="{382FCA64-92D6-4B20-8154-6EFC0A881D41}" type="presParOf" srcId="{189A7EB2-44E0-4BD5-927D-2C547A1C7DE7}" destId="{88CAF2F1-D02D-4D00-8E81-7974588914C5}" srcOrd="2" destOrd="0" presId="urn:microsoft.com/office/officeart/2018/2/layout/IconVerticalSolidList"/>
    <dgm:cxn modelId="{6D403D7A-983C-43DB-8443-BEBE558FBCDF}" type="presParOf" srcId="{189A7EB2-44E0-4BD5-927D-2C547A1C7DE7}" destId="{67C92EBD-4D0C-46FC-9909-19CC338AAE4C}" srcOrd="3" destOrd="0" presId="urn:microsoft.com/office/officeart/2018/2/layout/IconVerticalSolidList"/>
    <dgm:cxn modelId="{6759E9A0-E4EC-4E7D-9259-7F752C1709AF}" type="presParOf" srcId="{62B8ADF2-DB2E-4C85-AB31-C0FE2B4F71AD}" destId="{4EB0E65B-9FFF-4712-9171-6C5C6910E10A}" srcOrd="5" destOrd="0" presId="urn:microsoft.com/office/officeart/2018/2/layout/IconVerticalSolidList"/>
    <dgm:cxn modelId="{711BA655-2835-4F54-934F-8ED7DE2137BB}" type="presParOf" srcId="{62B8ADF2-DB2E-4C85-AB31-C0FE2B4F71AD}" destId="{718FE970-504C-4557-B52B-6C423B96091C}" srcOrd="6" destOrd="0" presId="urn:microsoft.com/office/officeart/2018/2/layout/IconVerticalSolidList"/>
    <dgm:cxn modelId="{3C5C050D-C0D4-4A93-B274-96F54128057E}" type="presParOf" srcId="{718FE970-504C-4557-B52B-6C423B96091C}" destId="{15A04358-A435-4A6C-A549-882777EEC4CC}" srcOrd="0" destOrd="0" presId="urn:microsoft.com/office/officeart/2018/2/layout/IconVerticalSolidList"/>
    <dgm:cxn modelId="{1F33D100-956B-44DB-82E6-35EC98D6924E}" type="presParOf" srcId="{718FE970-504C-4557-B52B-6C423B96091C}" destId="{DC1ABB04-7A13-448E-9F24-38528D37575A}" srcOrd="1" destOrd="0" presId="urn:microsoft.com/office/officeart/2018/2/layout/IconVerticalSolidList"/>
    <dgm:cxn modelId="{6B1EAE8F-3785-4BF3-8871-2959472D4C49}" type="presParOf" srcId="{718FE970-504C-4557-B52B-6C423B96091C}" destId="{9C6463B9-7349-413C-AC9A-EA23C6772F45}" srcOrd="2" destOrd="0" presId="urn:microsoft.com/office/officeart/2018/2/layout/IconVerticalSolidList"/>
    <dgm:cxn modelId="{116A8996-7065-479C-90D8-5EFBE91BB496}" type="presParOf" srcId="{718FE970-504C-4557-B52B-6C423B96091C}" destId="{96606BC0-6962-4CE4-B304-37CCB5640185}" srcOrd="3" destOrd="0" presId="urn:microsoft.com/office/officeart/2018/2/layout/IconVerticalSolidList"/>
    <dgm:cxn modelId="{F093FC1E-C959-4C71-B4F7-7F3D60F38D80}" type="presParOf" srcId="{62B8ADF2-DB2E-4C85-AB31-C0FE2B4F71AD}" destId="{FC1D5859-7E2E-402F-90FA-4BDF68FFD95A}" srcOrd="7" destOrd="0" presId="urn:microsoft.com/office/officeart/2018/2/layout/IconVerticalSolidList"/>
    <dgm:cxn modelId="{CA8BE464-9D52-428D-8D44-97429261B9CB}" type="presParOf" srcId="{62B8ADF2-DB2E-4C85-AB31-C0FE2B4F71AD}" destId="{76C489ED-C4AB-4625-9D34-CAEF0E917B3B}" srcOrd="8" destOrd="0" presId="urn:microsoft.com/office/officeart/2018/2/layout/IconVerticalSolidList"/>
    <dgm:cxn modelId="{0F3F63FF-AE24-4FD4-872E-49B8480245AF}" type="presParOf" srcId="{76C489ED-C4AB-4625-9D34-CAEF0E917B3B}" destId="{EA4352E3-8334-4ECD-B4EF-5CE85D65F9D4}" srcOrd="0" destOrd="0" presId="urn:microsoft.com/office/officeart/2018/2/layout/IconVerticalSolidList"/>
    <dgm:cxn modelId="{D54F89EC-E649-42A0-81A3-C569D3221A2D}" type="presParOf" srcId="{76C489ED-C4AB-4625-9D34-CAEF0E917B3B}" destId="{716BB5D3-2CFE-4FFD-B116-5492882175B8}" srcOrd="1" destOrd="0" presId="urn:microsoft.com/office/officeart/2018/2/layout/IconVerticalSolidList"/>
    <dgm:cxn modelId="{79EB6B06-C9C5-445C-841F-15E3E03119C4}" type="presParOf" srcId="{76C489ED-C4AB-4625-9D34-CAEF0E917B3B}" destId="{02CA5303-D643-43A7-A718-85327D0D190E}" srcOrd="2" destOrd="0" presId="urn:microsoft.com/office/officeart/2018/2/layout/IconVerticalSolidList"/>
    <dgm:cxn modelId="{326556D0-44D3-4D7E-8988-41B75892C9D2}" type="presParOf" srcId="{76C489ED-C4AB-4625-9D34-CAEF0E917B3B}" destId="{CA07AB19-07E2-41B4-9030-041EE6848D3C}" srcOrd="3" destOrd="0" presId="urn:microsoft.com/office/officeart/2018/2/layout/IconVerticalSolidList"/>
    <dgm:cxn modelId="{EFA1B2F1-5DE8-43E4-90DD-D63593B9BF86}" type="presParOf" srcId="{62B8ADF2-DB2E-4C85-AB31-C0FE2B4F71AD}" destId="{3D680163-F890-4351-BA1F-AF20922B77B0}" srcOrd="9" destOrd="0" presId="urn:microsoft.com/office/officeart/2018/2/layout/IconVerticalSolidList"/>
    <dgm:cxn modelId="{FA6E50BD-3C3A-456E-9339-1490638AE940}" type="presParOf" srcId="{62B8ADF2-DB2E-4C85-AB31-C0FE2B4F71AD}" destId="{EEFFEA71-28E1-4534-A738-B34CF699CFF9}" srcOrd="10" destOrd="0" presId="urn:microsoft.com/office/officeart/2018/2/layout/IconVerticalSolidList"/>
    <dgm:cxn modelId="{0E792395-73C0-4714-8056-918C06B856E9}" type="presParOf" srcId="{EEFFEA71-28E1-4534-A738-B34CF699CFF9}" destId="{679D034A-6EA2-48D0-ADDC-E033A17B1D0C}" srcOrd="0" destOrd="0" presId="urn:microsoft.com/office/officeart/2018/2/layout/IconVerticalSolidList"/>
    <dgm:cxn modelId="{0D5752CC-72FA-42B1-857C-13918A4A5C37}" type="presParOf" srcId="{EEFFEA71-28E1-4534-A738-B34CF699CFF9}" destId="{C6743364-8600-4E33-88DB-D456F7A72723}" srcOrd="1" destOrd="0" presId="urn:microsoft.com/office/officeart/2018/2/layout/IconVerticalSolidList"/>
    <dgm:cxn modelId="{D3688980-B530-425D-9984-B34F607C0B13}" type="presParOf" srcId="{EEFFEA71-28E1-4534-A738-B34CF699CFF9}" destId="{1FE057AB-D1EA-4D51-9E0D-B0614728CE5F}" srcOrd="2" destOrd="0" presId="urn:microsoft.com/office/officeart/2018/2/layout/IconVerticalSolidList"/>
    <dgm:cxn modelId="{25E62352-0AF1-4665-A56A-C135D9B365EB}" type="presParOf" srcId="{EEFFEA71-28E1-4534-A738-B34CF699CFF9}" destId="{86CBC7C9-7B7D-4E72-9B1E-F01DE418EB4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0141BE3-79F1-4E4B-8DA1-C1DD95A5BEE8}" type="doc">
      <dgm:prSet loTypeId="urn:microsoft.com/office/officeart/2008/layout/LinedList" loCatId="list" qsTypeId="urn:microsoft.com/office/officeart/2005/8/quickstyle/simple1#24" qsCatId="simple" csTypeId="urn:microsoft.com/office/officeart/2005/8/colors/accent1_2#18" csCatId="accent1"/>
      <dgm:spPr/>
      <dgm:t>
        <a:bodyPr/>
        <a:lstStyle/>
        <a:p>
          <a:endParaRPr lang="en-US"/>
        </a:p>
      </dgm:t>
    </dgm:pt>
    <dgm:pt modelId="{B0597BC4-BD75-44B1-A41E-0C2623D94EF1}">
      <dgm:prSet/>
      <dgm:spPr/>
      <dgm:t>
        <a:bodyPr/>
        <a:lstStyle/>
        <a:p>
          <a:r>
            <a:rPr lang="en-US"/>
            <a:t>Patient name: xxx</a:t>
          </a:r>
        </a:p>
      </dgm:t>
    </dgm:pt>
    <dgm:pt modelId="{302A0EDE-59E5-4BA3-8D87-6DB24ABFABA6}" type="parTrans" cxnId="{E02EB2E4-F9D4-43CE-A44B-7E6B9142C611}">
      <dgm:prSet/>
      <dgm:spPr/>
      <dgm:t>
        <a:bodyPr/>
        <a:lstStyle/>
        <a:p>
          <a:endParaRPr lang="en-US"/>
        </a:p>
      </dgm:t>
    </dgm:pt>
    <dgm:pt modelId="{58C72724-35A9-4B0C-B44E-D63BA5690219}" type="sibTrans" cxnId="{E02EB2E4-F9D4-43CE-A44B-7E6B9142C611}">
      <dgm:prSet/>
      <dgm:spPr/>
      <dgm:t>
        <a:bodyPr/>
        <a:lstStyle/>
        <a:p>
          <a:endParaRPr lang="en-US"/>
        </a:p>
      </dgm:t>
    </dgm:pt>
    <dgm:pt modelId="{08EF2CC1-21FE-42E9-AA71-C17E9A53CFD4}">
      <dgm:prSet/>
      <dgm:spPr/>
      <dgm:t>
        <a:bodyPr/>
        <a:lstStyle/>
        <a:p>
          <a:r>
            <a:rPr lang="en-US"/>
            <a:t>Age: 76years</a:t>
          </a:r>
        </a:p>
      </dgm:t>
    </dgm:pt>
    <dgm:pt modelId="{6346F8D3-F49C-4ACE-A000-DB3B86019E5F}" type="parTrans" cxnId="{D860D2EC-AFF1-49B6-8071-A4AF8D7D7675}">
      <dgm:prSet/>
      <dgm:spPr/>
      <dgm:t>
        <a:bodyPr/>
        <a:lstStyle/>
        <a:p>
          <a:endParaRPr lang="en-US"/>
        </a:p>
      </dgm:t>
    </dgm:pt>
    <dgm:pt modelId="{F6A72082-AA08-424F-BFA2-43A7050C0E0B}" type="sibTrans" cxnId="{D860D2EC-AFF1-49B6-8071-A4AF8D7D7675}">
      <dgm:prSet/>
      <dgm:spPr/>
      <dgm:t>
        <a:bodyPr/>
        <a:lstStyle/>
        <a:p>
          <a:endParaRPr lang="en-US"/>
        </a:p>
      </dgm:t>
    </dgm:pt>
    <dgm:pt modelId="{B16913FE-9F93-430A-80CA-C8DEDCDF08E4}">
      <dgm:prSet/>
      <dgm:spPr/>
      <dgm:t>
        <a:bodyPr/>
        <a:lstStyle/>
        <a:p>
          <a:r>
            <a:rPr lang="en-US"/>
            <a:t>Gender: female</a:t>
          </a:r>
        </a:p>
      </dgm:t>
    </dgm:pt>
    <dgm:pt modelId="{505BBAAB-80C1-480D-89F1-727C0D59550A}" type="parTrans" cxnId="{3D9C71C3-1ACB-4D8F-BA0A-56591E0EA463}">
      <dgm:prSet/>
      <dgm:spPr/>
      <dgm:t>
        <a:bodyPr/>
        <a:lstStyle/>
        <a:p>
          <a:endParaRPr lang="en-US"/>
        </a:p>
      </dgm:t>
    </dgm:pt>
    <dgm:pt modelId="{40AEC260-C7DB-4D6C-A230-A4379D84942A}" type="sibTrans" cxnId="{3D9C71C3-1ACB-4D8F-BA0A-56591E0EA463}">
      <dgm:prSet/>
      <dgm:spPr/>
      <dgm:t>
        <a:bodyPr/>
        <a:lstStyle/>
        <a:p>
          <a:endParaRPr lang="en-US"/>
        </a:p>
      </dgm:t>
    </dgm:pt>
    <dgm:pt modelId="{789363C1-C0C5-46E6-9A89-89708EF7A321}">
      <dgm:prSet/>
      <dgm:spPr/>
      <dgm:t>
        <a:bodyPr/>
        <a:lstStyle/>
        <a:p>
          <a:r>
            <a:rPr lang="en-US"/>
            <a:t>Department: general surgical ward</a:t>
          </a:r>
        </a:p>
      </dgm:t>
    </dgm:pt>
    <dgm:pt modelId="{23168B99-8729-4CEF-A9E8-7B7218ED1148}" type="parTrans" cxnId="{0EF4A4BE-5C6C-453D-8FF4-F833A4085D05}">
      <dgm:prSet/>
      <dgm:spPr/>
      <dgm:t>
        <a:bodyPr/>
        <a:lstStyle/>
        <a:p>
          <a:endParaRPr lang="en-US"/>
        </a:p>
      </dgm:t>
    </dgm:pt>
    <dgm:pt modelId="{48478849-6D2A-4A02-9B33-500C135DE7B8}" type="sibTrans" cxnId="{0EF4A4BE-5C6C-453D-8FF4-F833A4085D05}">
      <dgm:prSet/>
      <dgm:spPr/>
      <dgm:t>
        <a:bodyPr/>
        <a:lstStyle/>
        <a:p>
          <a:endParaRPr lang="en-US"/>
        </a:p>
      </dgm:t>
    </dgm:pt>
    <dgm:pt modelId="{0B047F92-D966-437D-B86A-8EE64BD74ED9}">
      <dgm:prSet/>
      <dgm:spPr/>
      <dgm:t>
        <a:bodyPr/>
        <a:lstStyle/>
        <a:p>
          <a:r>
            <a:rPr lang="en-US"/>
            <a:t>IP NO: 260634523</a:t>
          </a:r>
        </a:p>
      </dgm:t>
    </dgm:pt>
    <dgm:pt modelId="{BCAD93F2-4CC8-4EA5-9A07-331EC5030187}" type="parTrans" cxnId="{AA4F6716-DC18-464B-BAD3-9CB7801DEAE4}">
      <dgm:prSet/>
      <dgm:spPr/>
      <dgm:t>
        <a:bodyPr/>
        <a:lstStyle/>
        <a:p>
          <a:endParaRPr lang="en-US"/>
        </a:p>
      </dgm:t>
    </dgm:pt>
    <dgm:pt modelId="{39965341-5A7E-4639-B02F-79927F7E1310}" type="sibTrans" cxnId="{AA4F6716-DC18-464B-BAD3-9CB7801DEAE4}">
      <dgm:prSet/>
      <dgm:spPr/>
      <dgm:t>
        <a:bodyPr/>
        <a:lstStyle/>
        <a:p>
          <a:endParaRPr lang="en-US"/>
        </a:p>
      </dgm:t>
    </dgm:pt>
    <dgm:pt modelId="{32F905F2-4E2A-4854-827F-4DBDF44277C1}">
      <dgm:prSet/>
      <dgm:spPr/>
      <dgm:t>
        <a:bodyPr/>
        <a:lstStyle/>
        <a:p>
          <a:r>
            <a:rPr lang="en-US"/>
            <a:t>Date of admission: 24/6/26</a:t>
          </a:r>
        </a:p>
      </dgm:t>
    </dgm:pt>
    <dgm:pt modelId="{E96EA1BC-0FBD-4A1C-B3C1-99F58617F66B}" type="parTrans" cxnId="{0B4640DA-EEC9-4879-939A-8F051814BB25}">
      <dgm:prSet/>
      <dgm:spPr/>
      <dgm:t>
        <a:bodyPr/>
        <a:lstStyle/>
        <a:p>
          <a:endParaRPr lang="en-US"/>
        </a:p>
      </dgm:t>
    </dgm:pt>
    <dgm:pt modelId="{7C32D56B-D74E-48FA-82F9-996D6ADF15F0}" type="sibTrans" cxnId="{0B4640DA-EEC9-4879-939A-8F051814BB25}">
      <dgm:prSet/>
      <dgm:spPr/>
      <dgm:t>
        <a:bodyPr/>
        <a:lstStyle/>
        <a:p>
          <a:endParaRPr lang="en-US"/>
        </a:p>
      </dgm:t>
    </dgm:pt>
    <dgm:pt modelId="{A811420C-B1B1-4B4D-9532-554C462856AF}">
      <dgm:prSet/>
      <dgm:spPr/>
      <dgm:t>
        <a:bodyPr/>
        <a:lstStyle/>
        <a:p>
          <a:r>
            <a:rPr lang="en-US"/>
            <a:t>Date of discharge: 1/7/26</a:t>
          </a:r>
        </a:p>
      </dgm:t>
    </dgm:pt>
    <dgm:pt modelId="{D8091628-7435-40F4-8E20-7A446AE9ACE9}" type="parTrans" cxnId="{DD797B5F-8D8A-4A0A-8C51-8D52FC713B6B}">
      <dgm:prSet/>
      <dgm:spPr/>
      <dgm:t>
        <a:bodyPr/>
        <a:lstStyle/>
        <a:p>
          <a:endParaRPr lang="en-US"/>
        </a:p>
      </dgm:t>
    </dgm:pt>
    <dgm:pt modelId="{B0DE8F06-4625-4E6B-B9D7-D81B5B74A357}" type="sibTrans" cxnId="{DD797B5F-8D8A-4A0A-8C51-8D52FC713B6B}">
      <dgm:prSet/>
      <dgm:spPr/>
      <dgm:t>
        <a:bodyPr/>
        <a:lstStyle/>
        <a:p>
          <a:endParaRPr lang="en-US"/>
        </a:p>
      </dgm:t>
    </dgm:pt>
    <dgm:pt modelId="{F93C2643-49A2-4348-BF86-2C1CE285494F}" type="pres">
      <dgm:prSet presAssocID="{70141BE3-79F1-4E4B-8DA1-C1DD95A5BEE8}" presName="vert0" presStyleCnt="0">
        <dgm:presLayoutVars>
          <dgm:dir/>
          <dgm:animOne val="branch"/>
          <dgm:animLvl val="lvl"/>
        </dgm:presLayoutVars>
      </dgm:prSet>
      <dgm:spPr/>
    </dgm:pt>
    <dgm:pt modelId="{077A1383-3625-4BA7-B41E-5177081245D9}" type="pres">
      <dgm:prSet presAssocID="{B0597BC4-BD75-44B1-A41E-0C2623D94EF1}" presName="thickLine" presStyleLbl="alignNode1" presStyleIdx="0" presStyleCnt="7"/>
      <dgm:spPr/>
    </dgm:pt>
    <dgm:pt modelId="{CF68C7BD-DF7F-4B9E-92BE-79DCC3077490}" type="pres">
      <dgm:prSet presAssocID="{B0597BC4-BD75-44B1-A41E-0C2623D94EF1}" presName="horz1" presStyleCnt="0"/>
      <dgm:spPr/>
    </dgm:pt>
    <dgm:pt modelId="{047D5EB2-8E13-40BE-92DE-0652FCA86D8D}" type="pres">
      <dgm:prSet presAssocID="{B0597BC4-BD75-44B1-A41E-0C2623D94EF1}" presName="tx1" presStyleLbl="revTx" presStyleIdx="0" presStyleCnt="7"/>
      <dgm:spPr/>
    </dgm:pt>
    <dgm:pt modelId="{9528CA15-4897-4517-B0DD-1AD4F0A983F9}" type="pres">
      <dgm:prSet presAssocID="{B0597BC4-BD75-44B1-A41E-0C2623D94EF1}" presName="vert1" presStyleCnt="0"/>
      <dgm:spPr/>
    </dgm:pt>
    <dgm:pt modelId="{22381F83-F0A9-4632-B742-C20AD8D66389}" type="pres">
      <dgm:prSet presAssocID="{08EF2CC1-21FE-42E9-AA71-C17E9A53CFD4}" presName="thickLine" presStyleLbl="alignNode1" presStyleIdx="1" presStyleCnt="7"/>
      <dgm:spPr/>
    </dgm:pt>
    <dgm:pt modelId="{BF7D69AD-37CB-4574-BF3D-9A729E0FA7CD}" type="pres">
      <dgm:prSet presAssocID="{08EF2CC1-21FE-42E9-AA71-C17E9A53CFD4}" presName="horz1" presStyleCnt="0"/>
      <dgm:spPr/>
    </dgm:pt>
    <dgm:pt modelId="{C89EAFD6-4A3B-4FFD-9C95-9DCF1269A395}" type="pres">
      <dgm:prSet presAssocID="{08EF2CC1-21FE-42E9-AA71-C17E9A53CFD4}" presName="tx1" presStyleLbl="revTx" presStyleIdx="1" presStyleCnt="7"/>
      <dgm:spPr/>
    </dgm:pt>
    <dgm:pt modelId="{F5458CD7-5CBD-442C-A156-A448FBF3416C}" type="pres">
      <dgm:prSet presAssocID="{08EF2CC1-21FE-42E9-AA71-C17E9A53CFD4}" presName="vert1" presStyleCnt="0"/>
      <dgm:spPr/>
    </dgm:pt>
    <dgm:pt modelId="{576434DF-DD5C-4B24-8364-0FFA33F9D7E2}" type="pres">
      <dgm:prSet presAssocID="{B16913FE-9F93-430A-80CA-C8DEDCDF08E4}" presName="thickLine" presStyleLbl="alignNode1" presStyleIdx="2" presStyleCnt="7"/>
      <dgm:spPr/>
    </dgm:pt>
    <dgm:pt modelId="{A53BD8BE-4095-4445-A7B7-3E449A0991ED}" type="pres">
      <dgm:prSet presAssocID="{B16913FE-9F93-430A-80CA-C8DEDCDF08E4}" presName="horz1" presStyleCnt="0"/>
      <dgm:spPr/>
    </dgm:pt>
    <dgm:pt modelId="{C777E426-E8ED-4557-873F-BD19DC310547}" type="pres">
      <dgm:prSet presAssocID="{B16913FE-9F93-430A-80CA-C8DEDCDF08E4}" presName="tx1" presStyleLbl="revTx" presStyleIdx="2" presStyleCnt="7"/>
      <dgm:spPr/>
    </dgm:pt>
    <dgm:pt modelId="{7C5F1681-282A-4310-AEA7-BD417B4E23FE}" type="pres">
      <dgm:prSet presAssocID="{B16913FE-9F93-430A-80CA-C8DEDCDF08E4}" presName="vert1" presStyleCnt="0"/>
      <dgm:spPr/>
    </dgm:pt>
    <dgm:pt modelId="{EF0C137F-9172-45FE-8636-12981E8E5435}" type="pres">
      <dgm:prSet presAssocID="{789363C1-C0C5-46E6-9A89-89708EF7A321}" presName="thickLine" presStyleLbl="alignNode1" presStyleIdx="3" presStyleCnt="7"/>
      <dgm:spPr/>
    </dgm:pt>
    <dgm:pt modelId="{7C11C318-486D-4B49-9801-07083E5E1692}" type="pres">
      <dgm:prSet presAssocID="{789363C1-C0C5-46E6-9A89-89708EF7A321}" presName="horz1" presStyleCnt="0"/>
      <dgm:spPr/>
    </dgm:pt>
    <dgm:pt modelId="{EE367FF9-6630-44E4-A886-B962C1662A6F}" type="pres">
      <dgm:prSet presAssocID="{789363C1-C0C5-46E6-9A89-89708EF7A321}" presName="tx1" presStyleLbl="revTx" presStyleIdx="3" presStyleCnt="7"/>
      <dgm:spPr/>
    </dgm:pt>
    <dgm:pt modelId="{F5B10BFA-8A0C-4B78-8768-7763F511E27F}" type="pres">
      <dgm:prSet presAssocID="{789363C1-C0C5-46E6-9A89-89708EF7A321}" presName="vert1" presStyleCnt="0"/>
      <dgm:spPr/>
    </dgm:pt>
    <dgm:pt modelId="{5CFBA38F-2932-4396-B7E6-195B99E0AA42}" type="pres">
      <dgm:prSet presAssocID="{0B047F92-D966-437D-B86A-8EE64BD74ED9}" presName="thickLine" presStyleLbl="alignNode1" presStyleIdx="4" presStyleCnt="7"/>
      <dgm:spPr/>
    </dgm:pt>
    <dgm:pt modelId="{C37ADE4D-837D-4911-9F57-B695C09B9A89}" type="pres">
      <dgm:prSet presAssocID="{0B047F92-D966-437D-B86A-8EE64BD74ED9}" presName="horz1" presStyleCnt="0"/>
      <dgm:spPr/>
    </dgm:pt>
    <dgm:pt modelId="{95C56364-BDCB-4DC2-A887-58353939B1DE}" type="pres">
      <dgm:prSet presAssocID="{0B047F92-D966-437D-B86A-8EE64BD74ED9}" presName="tx1" presStyleLbl="revTx" presStyleIdx="4" presStyleCnt="7"/>
      <dgm:spPr/>
    </dgm:pt>
    <dgm:pt modelId="{3F88B50C-4D32-4419-9B6B-721B71307BCA}" type="pres">
      <dgm:prSet presAssocID="{0B047F92-D966-437D-B86A-8EE64BD74ED9}" presName="vert1" presStyleCnt="0"/>
      <dgm:spPr/>
    </dgm:pt>
    <dgm:pt modelId="{3D9A7E7A-D3A5-4529-87E1-53361D805EC7}" type="pres">
      <dgm:prSet presAssocID="{32F905F2-4E2A-4854-827F-4DBDF44277C1}" presName="thickLine" presStyleLbl="alignNode1" presStyleIdx="5" presStyleCnt="7"/>
      <dgm:spPr/>
    </dgm:pt>
    <dgm:pt modelId="{28CCA4CF-BF32-453F-8B6B-E42D472F9E17}" type="pres">
      <dgm:prSet presAssocID="{32F905F2-4E2A-4854-827F-4DBDF44277C1}" presName="horz1" presStyleCnt="0"/>
      <dgm:spPr/>
    </dgm:pt>
    <dgm:pt modelId="{8A47071C-A650-45D1-B310-93BACDAD1FD3}" type="pres">
      <dgm:prSet presAssocID="{32F905F2-4E2A-4854-827F-4DBDF44277C1}" presName="tx1" presStyleLbl="revTx" presStyleIdx="5" presStyleCnt="7"/>
      <dgm:spPr/>
    </dgm:pt>
    <dgm:pt modelId="{D7F3A154-2FCE-4AEF-B351-1CAB140E5F5B}" type="pres">
      <dgm:prSet presAssocID="{32F905F2-4E2A-4854-827F-4DBDF44277C1}" presName="vert1" presStyleCnt="0"/>
      <dgm:spPr/>
    </dgm:pt>
    <dgm:pt modelId="{8764117A-5B0B-4747-BFE0-A842F3D56C02}" type="pres">
      <dgm:prSet presAssocID="{A811420C-B1B1-4B4D-9532-554C462856AF}" presName="thickLine" presStyleLbl="alignNode1" presStyleIdx="6" presStyleCnt="7"/>
      <dgm:spPr/>
    </dgm:pt>
    <dgm:pt modelId="{861DFF60-C5DF-4921-8F5D-F8A604094094}" type="pres">
      <dgm:prSet presAssocID="{A811420C-B1B1-4B4D-9532-554C462856AF}" presName="horz1" presStyleCnt="0"/>
      <dgm:spPr/>
    </dgm:pt>
    <dgm:pt modelId="{57ADCE2C-459D-4989-A406-4B4EC4ADFA79}" type="pres">
      <dgm:prSet presAssocID="{A811420C-B1B1-4B4D-9532-554C462856AF}" presName="tx1" presStyleLbl="revTx" presStyleIdx="6" presStyleCnt="7"/>
      <dgm:spPr/>
    </dgm:pt>
    <dgm:pt modelId="{D573D2A3-B949-4FF0-B10F-E1455BBB37ED}" type="pres">
      <dgm:prSet presAssocID="{A811420C-B1B1-4B4D-9532-554C462856AF}" presName="vert1" presStyleCnt="0"/>
      <dgm:spPr/>
    </dgm:pt>
  </dgm:ptLst>
  <dgm:cxnLst>
    <dgm:cxn modelId="{AA4F6716-DC18-464B-BAD3-9CB7801DEAE4}" srcId="{70141BE3-79F1-4E4B-8DA1-C1DD95A5BEE8}" destId="{0B047F92-D966-437D-B86A-8EE64BD74ED9}" srcOrd="4" destOrd="0" parTransId="{BCAD93F2-4CC8-4EA5-9A07-331EC5030187}" sibTransId="{39965341-5A7E-4639-B02F-79927F7E1310}"/>
    <dgm:cxn modelId="{99523A1B-DC2C-4B6B-B0BB-A1E4CD0977A7}" type="presOf" srcId="{70141BE3-79F1-4E4B-8DA1-C1DD95A5BEE8}" destId="{F93C2643-49A2-4348-BF86-2C1CE285494F}" srcOrd="0" destOrd="0" presId="urn:microsoft.com/office/officeart/2008/layout/LinedList"/>
    <dgm:cxn modelId="{DD797B5F-8D8A-4A0A-8C51-8D52FC713B6B}" srcId="{70141BE3-79F1-4E4B-8DA1-C1DD95A5BEE8}" destId="{A811420C-B1B1-4B4D-9532-554C462856AF}" srcOrd="6" destOrd="0" parTransId="{D8091628-7435-40F4-8E20-7A446AE9ACE9}" sibTransId="{B0DE8F06-4625-4E6B-B9D7-D81B5B74A357}"/>
    <dgm:cxn modelId="{46EE7B61-B868-4C3D-88F2-7924490E1B0E}" type="presOf" srcId="{08EF2CC1-21FE-42E9-AA71-C17E9A53CFD4}" destId="{C89EAFD6-4A3B-4FFD-9C95-9DCF1269A395}" srcOrd="0" destOrd="0" presId="urn:microsoft.com/office/officeart/2008/layout/LinedList"/>
    <dgm:cxn modelId="{3988B961-9CC4-49EC-9E2F-DFF83395CAEC}" type="presOf" srcId="{A811420C-B1B1-4B4D-9532-554C462856AF}" destId="{57ADCE2C-459D-4989-A406-4B4EC4ADFA79}" srcOrd="0" destOrd="0" presId="urn:microsoft.com/office/officeart/2008/layout/LinedList"/>
    <dgm:cxn modelId="{E0AFE874-643C-4C38-826D-B49A132C39BB}" type="presOf" srcId="{B16913FE-9F93-430A-80CA-C8DEDCDF08E4}" destId="{C777E426-E8ED-4557-873F-BD19DC310547}" srcOrd="0" destOrd="0" presId="urn:microsoft.com/office/officeart/2008/layout/LinedList"/>
    <dgm:cxn modelId="{08D6F384-0C4D-424F-B4DA-8BFF27F80BC8}" type="presOf" srcId="{32F905F2-4E2A-4854-827F-4DBDF44277C1}" destId="{8A47071C-A650-45D1-B310-93BACDAD1FD3}" srcOrd="0" destOrd="0" presId="urn:microsoft.com/office/officeart/2008/layout/LinedList"/>
    <dgm:cxn modelId="{358CC996-3A78-4FFB-A7EA-09161DC225CD}" type="presOf" srcId="{789363C1-C0C5-46E6-9A89-89708EF7A321}" destId="{EE367FF9-6630-44E4-A886-B962C1662A6F}" srcOrd="0" destOrd="0" presId="urn:microsoft.com/office/officeart/2008/layout/LinedList"/>
    <dgm:cxn modelId="{5BC4BC99-6AA9-4111-9CE4-D122E707826C}" type="presOf" srcId="{0B047F92-D966-437D-B86A-8EE64BD74ED9}" destId="{95C56364-BDCB-4DC2-A887-58353939B1DE}" srcOrd="0" destOrd="0" presId="urn:microsoft.com/office/officeart/2008/layout/LinedList"/>
    <dgm:cxn modelId="{0EF4A4BE-5C6C-453D-8FF4-F833A4085D05}" srcId="{70141BE3-79F1-4E4B-8DA1-C1DD95A5BEE8}" destId="{789363C1-C0C5-46E6-9A89-89708EF7A321}" srcOrd="3" destOrd="0" parTransId="{23168B99-8729-4CEF-A9E8-7B7218ED1148}" sibTransId="{48478849-6D2A-4A02-9B33-500C135DE7B8}"/>
    <dgm:cxn modelId="{3D9C71C3-1ACB-4D8F-BA0A-56591E0EA463}" srcId="{70141BE3-79F1-4E4B-8DA1-C1DD95A5BEE8}" destId="{B16913FE-9F93-430A-80CA-C8DEDCDF08E4}" srcOrd="2" destOrd="0" parTransId="{505BBAAB-80C1-480D-89F1-727C0D59550A}" sibTransId="{40AEC260-C7DB-4D6C-A230-A4379D84942A}"/>
    <dgm:cxn modelId="{0B4640DA-EEC9-4879-939A-8F051814BB25}" srcId="{70141BE3-79F1-4E4B-8DA1-C1DD95A5BEE8}" destId="{32F905F2-4E2A-4854-827F-4DBDF44277C1}" srcOrd="5" destOrd="0" parTransId="{E96EA1BC-0FBD-4A1C-B3C1-99F58617F66B}" sibTransId="{7C32D56B-D74E-48FA-82F9-996D6ADF15F0}"/>
    <dgm:cxn modelId="{E02EB2E4-F9D4-43CE-A44B-7E6B9142C611}" srcId="{70141BE3-79F1-4E4B-8DA1-C1DD95A5BEE8}" destId="{B0597BC4-BD75-44B1-A41E-0C2623D94EF1}" srcOrd="0" destOrd="0" parTransId="{302A0EDE-59E5-4BA3-8D87-6DB24ABFABA6}" sibTransId="{58C72724-35A9-4B0C-B44E-D63BA5690219}"/>
    <dgm:cxn modelId="{8CDB0CE6-8D28-4404-B523-7F5402A10964}" type="presOf" srcId="{B0597BC4-BD75-44B1-A41E-0C2623D94EF1}" destId="{047D5EB2-8E13-40BE-92DE-0652FCA86D8D}" srcOrd="0" destOrd="0" presId="urn:microsoft.com/office/officeart/2008/layout/LinedList"/>
    <dgm:cxn modelId="{D860D2EC-AFF1-49B6-8071-A4AF8D7D7675}" srcId="{70141BE3-79F1-4E4B-8DA1-C1DD95A5BEE8}" destId="{08EF2CC1-21FE-42E9-AA71-C17E9A53CFD4}" srcOrd="1" destOrd="0" parTransId="{6346F8D3-F49C-4ACE-A000-DB3B86019E5F}" sibTransId="{F6A72082-AA08-424F-BFA2-43A7050C0E0B}"/>
    <dgm:cxn modelId="{48AA149C-3F0F-4BC3-A77F-CBD5FDA8B7DC}" type="presParOf" srcId="{F93C2643-49A2-4348-BF86-2C1CE285494F}" destId="{077A1383-3625-4BA7-B41E-5177081245D9}" srcOrd="0" destOrd="0" presId="urn:microsoft.com/office/officeart/2008/layout/LinedList"/>
    <dgm:cxn modelId="{486B605A-8159-41E9-8AD2-398E4C14CB62}" type="presParOf" srcId="{F93C2643-49A2-4348-BF86-2C1CE285494F}" destId="{CF68C7BD-DF7F-4B9E-92BE-79DCC3077490}" srcOrd="1" destOrd="0" presId="urn:microsoft.com/office/officeart/2008/layout/LinedList"/>
    <dgm:cxn modelId="{AF879AFE-3693-4071-A765-5ACC9FA02A5A}" type="presParOf" srcId="{CF68C7BD-DF7F-4B9E-92BE-79DCC3077490}" destId="{047D5EB2-8E13-40BE-92DE-0652FCA86D8D}" srcOrd="0" destOrd="0" presId="urn:microsoft.com/office/officeart/2008/layout/LinedList"/>
    <dgm:cxn modelId="{8ED6D2E8-853F-41C6-B71E-0F05AE8BAE38}" type="presParOf" srcId="{CF68C7BD-DF7F-4B9E-92BE-79DCC3077490}" destId="{9528CA15-4897-4517-B0DD-1AD4F0A983F9}" srcOrd="1" destOrd="0" presId="urn:microsoft.com/office/officeart/2008/layout/LinedList"/>
    <dgm:cxn modelId="{BA50D186-4BD0-4AB5-8D90-DDC5F1372D35}" type="presParOf" srcId="{F93C2643-49A2-4348-BF86-2C1CE285494F}" destId="{22381F83-F0A9-4632-B742-C20AD8D66389}" srcOrd="2" destOrd="0" presId="urn:microsoft.com/office/officeart/2008/layout/LinedList"/>
    <dgm:cxn modelId="{F8B8AD07-362E-4AD4-A8BE-5F9586C4A260}" type="presParOf" srcId="{F93C2643-49A2-4348-BF86-2C1CE285494F}" destId="{BF7D69AD-37CB-4574-BF3D-9A729E0FA7CD}" srcOrd="3" destOrd="0" presId="urn:microsoft.com/office/officeart/2008/layout/LinedList"/>
    <dgm:cxn modelId="{070E66AC-3EEE-4477-959D-CE72152B2C71}" type="presParOf" srcId="{BF7D69AD-37CB-4574-BF3D-9A729E0FA7CD}" destId="{C89EAFD6-4A3B-4FFD-9C95-9DCF1269A395}" srcOrd="0" destOrd="0" presId="urn:microsoft.com/office/officeart/2008/layout/LinedList"/>
    <dgm:cxn modelId="{01ACBA5F-C47E-4018-949E-9AB45A95641F}" type="presParOf" srcId="{BF7D69AD-37CB-4574-BF3D-9A729E0FA7CD}" destId="{F5458CD7-5CBD-442C-A156-A448FBF3416C}" srcOrd="1" destOrd="0" presId="urn:microsoft.com/office/officeart/2008/layout/LinedList"/>
    <dgm:cxn modelId="{3502D64A-9C70-4D1A-8B89-4E7CFA6AAF22}" type="presParOf" srcId="{F93C2643-49A2-4348-BF86-2C1CE285494F}" destId="{576434DF-DD5C-4B24-8364-0FFA33F9D7E2}" srcOrd="4" destOrd="0" presId="urn:microsoft.com/office/officeart/2008/layout/LinedList"/>
    <dgm:cxn modelId="{54F598DC-AC67-40F3-AD55-959AFED5975D}" type="presParOf" srcId="{F93C2643-49A2-4348-BF86-2C1CE285494F}" destId="{A53BD8BE-4095-4445-A7B7-3E449A0991ED}" srcOrd="5" destOrd="0" presId="urn:microsoft.com/office/officeart/2008/layout/LinedList"/>
    <dgm:cxn modelId="{E9F74F92-B2A7-4EE4-8967-35BB0958E833}" type="presParOf" srcId="{A53BD8BE-4095-4445-A7B7-3E449A0991ED}" destId="{C777E426-E8ED-4557-873F-BD19DC310547}" srcOrd="0" destOrd="0" presId="urn:microsoft.com/office/officeart/2008/layout/LinedList"/>
    <dgm:cxn modelId="{333D5DF9-17E0-4ED4-9DE6-3464BAAC0467}" type="presParOf" srcId="{A53BD8BE-4095-4445-A7B7-3E449A0991ED}" destId="{7C5F1681-282A-4310-AEA7-BD417B4E23FE}" srcOrd="1" destOrd="0" presId="urn:microsoft.com/office/officeart/2008/layout/LinedList"/>
    <dgm:cxn modelId="{5B679E6D-ECD6-4637-9BFA-CFC22C123D7B}" type="presParOf" srcId="{F93C2643-49A2-4348-BF86-2C1CE285494F}" destId="{EF0C137F-9172-45FE-8636-12981E8E5435}" srcOrd="6" destOrd="0" presId="urn:microsoft.com/office/officeart/2008/layout/LinedList"/>
    <dgm:cxn modelId="{7DE8E648-B488-4CEF-8EAE-63F16AD1BD42}" type="presParOf" srcId="{F93C2643-49A2-4348-BF86-2C1CE285494F}" destId="{7C11C318-486D-4B49-9801-07083E5E1692}" srcOrd="7" destOrd="0" presId="urn:microsoft.com/office/officeart/2008/layout/LinedList"/>
    <dgm:cxn modelId="{07AA0C5A-3275-41DE-AB68-225587507800}" type="presParOf" srcId="{7C11C318-486D-4B49-9801-07083E5E1692}" destId="{EE367FF9-6630-44E4-A886-B962C1662A6F}" srcOrd="0" destOrd="0" presId="urn:microsoft.com/office/officeart/2008/layout/LinedList"/>
    <dgm:cxn modelId="{E2C3F049-2199-41BD-8AB1-5147AF7E91FF}" type="presParOf" srcId="{7C11C318-486D-4B49-9801-07083E5E1692}" destId="{F5B10BFA-8A0C-4B78-8768-7763F511E27F}" srcOrd="1" destOrd="0" presId="urn:microsoft.com/office/officeart/2008/layout/LinedList"/>
    <dgm:cxn modelId="{9CD68E11-B045-426E-8E5E-769E88FF48C0}" type="presParOf" srcId="{F93C2643-49A2-4348-BF86-2C1CE285494F}" destId="{5CFBA38F-2932-4396-B7E6-195B99E0AA42}" srcOrd="8" destOrd="0" presId="urn:microsoft.com/office/officeart/2008/layout/LinedList"/>
    <dgm:cxn modelId="{FC21E408-E8A5-45ED-861F-68AB51F6D6E4}" type="presParOf" srcId="{F93C2643-49A2-4348-BF86-2C1CE285494F}" destId="{C37ADE4D-837D-4911-9F57-B695C09B9A89}" srcOrd="9" destOrd="0" presId="urn:microsoft.com/office/officeart/2008/layout/LinedList"/>
    <dgm:cxn modelId="{F5FB4E31-EA81-45A0-8A5E-DF231EB86356}" type="presParOf" srcId="{C37ADE4D-837D-4911-9F57-B695C09B9A89}" destId="{95C56364-BDCB-4DC2-A887-58353939B1DE}" srcOrd="0" destOrd="0" presId="urn:microsoft.com/office/officeart/2008/layout/LinedList"/>
    <dgm:cxn modelId="{ABB3E2EE-7C89-47E5-93D3-CF0F7BC20E42}" type="presParOf" srcId="{C37ADE4D-837D-4911-9F57-B695C09B9A89}" destId="{3F88B50C-4D32-4419-9B6B-721B71307BCA}" srcOrd="1" destOrd="0" presId="urn:microsoft.com/office/officeart/2008/layout/LinedList"/>
    <dgm:cxn modelId="{C15CEBD0-DCBF-4952-BD7C-57261AC3C97A}" type="presParOf" srcId="{F93C2643-49A2-4348-BF86-2C1CE285494F}" destId="{3D9A7E7A-D3A5-4529-87E1-53361D805EC7}" srcOrd="10" destOrd="0" presId="urn:microsoft.com/office/officeart/2008/layout/LinedList"/>
    <dgm:cxn modelId="{824147DF-7B26-4F9D-8151-0753E2739144}" type="presParOf" srcId="{F93C2643-49A2-4348-BF86-2C1CE285494F}" destId="{28CCA4CF-BF32-453F-8B6B-E42D472F9E17}" srcOrd="11" destOrd="0" presId="urn:microsoft.com/office/officeart/2008/layout/LinedList"/>
    <dgm:cxn modelId="{3E5C0D53-901A-48E0-8CDE-23C14D4A3EC0}" type="presParOf" srcId="{28CCA4CF-BF32-453F-8B6B-E42D472F9E17}" destId="{8A47071C-A650-45D1-B310-93BACDAD1FD3}" srcOrd="0" destOrd="0" presId="urn:microsoft.com/office/officeart/2008/layout/LinedList"/>
    <dgm:cxn modelId="{F2218D8B-3AD6-4679-B923-A2D2C1217622}" type="presParOf" srcId="{28CCA4CF-BF32-453F-8B6B-E42D472F9E17}" destId="{D7F3A154-2FCE-4AEF-B351-1CAB140E5F5B}" srcOrd="1" destOrd="0" presId="urn:microsoft.com/office/officeart/2008/layout/LinedList"/>
    <dgm:cxn modelId="{25F680DA-7126-42EB-BF29-05940A9C70AF}" type="presParOf" srcId="{F93C2643-49A2-4348-BF86-2C1CE285494F}" destId="{8764117A-5B0B-4747-BFE0-A842F3D56C02}" srcOrd="12" destOrd="0" presId="urn:microsoft.com/office/officeart/2008/layout/LinedList"/>
    <dgm:cxn modelId="{55C8E9D9-32A6-4420-9402-139378FFEAD1}" type="presParOf" srcId="{F93C2643-49A2-4348-BF86-2C1CE285494F}" destId="{861DFF60-C5DF-4921-8F5D-F8A604094094}" srcOrd="13" destOrd="0" presId="urn:microsoft.com/office/officeart/2008/layout/LinedList"/>
    <dgm:cxn modelId="{3885774E-5237-4E86-8BF9-67F76A80A17E}" type="presParOf" srcId="{861DFF60-C5DF-4921-8F5D-F8A604094094}" destId="{57ADCE2C-459D-4989-A406-4B4EC4ADFA79}" srcOrd="0" destOrd="0" presId="urn:microsoft.com/office/officeart/2008/layout/LinedList"/>
    <dgm:cxn modelId="{02858F82-9791-4E30-A58B-8F0F77A37900}" type="presParOf" srcId="{861DFF60-C5DF-4921-8F5D-F8A604094094}" destId="{D573D2A3-B949-4FF0-B10F-E1455BBB37E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68FBDD7-BF6C-49A7-A642-86F30CAF2273}" type="doc">
      <dgm:prSet loTypeId="urn:microsoft.com/office/officeart/2005/8/layout/default" loCatId="list" qsTypeId="urn:microsoft.com/office/officeart/2005/8/quickstyle/simple2#3" qsCatId="simple" csTypeId="urn:microsoft.com/office/officeart/2005/8/colors/accent3_2#4" csCatId="accent3"/>
      <dgm:spPr/>
      <dgm:t>
        <a:bodyPr/>
        <a:lstStyle/>
        <a:p>
          <a:endParaRPr lang="en-US"/>
        </a:p>
      </dgm:t>
    </dgm:pt>
    <dgm:pt modelId="{02D94EBB-9C0C-4647-B72A-D530BB7440F8}">
      <dgm:prSet/>
      <dgm:spPr/>
      <dgm:t>
        <a:bodyPr/>
        <a:lstStyle/>
        <a:p>
          <a:r>
            <a:rPr lang="en-US"/>
            <a:t>GCS: fair</a:t>
          </a:r>
        </a:p>
      </dgm:t>
    </dgm:pt>
    <dgm:pt modelId="{25F1837C-9CAD-477D-B421-E8554D9E6369}" type="parTrans" cxnId="{6AD92D8D-67A4-4CC8-A61F-159035D9C4E3}">
      <dgm:prSet/>
      <dgm:spPr/>
      <dgm:t>
        <a:bodyPr/>
        <a:lstStyle/>
        <a:p>
          <a:endParaRPr lang="en-US"/>
        </a:p>
      </dgm:t>
    </dgm:pt>
    <dgm:pt modelId="{250181B2-33D6-49D9-AF14-69DEB73E9A62}" type="sibTrans" cxnId="{6AD92D8D-67A4-4CC8-A61F-159035D9C4E3}">
      <dgm:prSet/>
      <dgm:spPr/>
      <dgm:t>
        <a:bodyPr/>
        <a:lstStyle/>
        <a:p>
          <a:endParaRPr lang="en-US"/>
        </a:p>
      </dgm:t>
    </dgm:pt>
    <dgm:pt modelId="{E4C4E934-C956-494C-B3FC-C316143D76F8}">
      <dgm:prSet/>
      <dgm:spPr/>
      <dgm:t>
        <a:bodyPr/>
        <a:lstStyle/>
        <a:p>
          <a:r>
            <a:rPr lang="en-US"/>
            <a:t>BP: 130/80mmHg</a:t>
          </a:r>
        </a:p>
      </dgm:t>
    </dgm:pt>
    <dgm:pt modelId="{205624DF-6B6D-44D2-A738-4F21FA1F9878}" type="parTrans" cxnId="{AFC0EA8F-C9A9-4870-80CA-5E6242D0A973}">
      <dgm:prSet/>
      <dgm:spPr/>
      <dgm:t>
        <a:bodyPr/>
        <a:lstStyle/>
        <a:p>
          <a:endParaRPr lang="en-US"/>
        </a:p>
      </dgm:t>
    </dgm:pt>
    <dgm:pt modelId="{E4E4A229-4DEC-4F48-AD76-C94ADD3645E5}" type="sibTrans" cxnId="{AFC0EA8F-C9A9-4870-80CA-5E6242D0A973}">
      <dgm:prSet/>
      <dgm:spPr/>
      <dgm:t>
        <a:bodyPr/>
        <a:lstStyle/>
        <a:p>
          <a:endParaRPr lang="en-US"/>
        </a:p>
      </dgm:t>
    </dgm:pt>
    <dgm:pt modelId="{EF47494D-1676-4058-8890-FC3F4A0AF338}">
      <dgm:prSet/>
      <dgm:spPr/>
      <dgm:t>
        <a:bodyPr/>
        <a:lstStyle/>
        <a:p>
          <a:r>
            <a:rPr lang="en-US" dirty="0"/>
            <a:t>Temperature: 98.5 F </a:t>
          </a:r>
        </a:p>
      </dgm:t>
    </dgm:pt>
    <dgm:pt modelId="{BE6306C3-3AA7-4246-828B-14BFF5549000}" type="parTrans" cxnId="{26330A78-D140-4C00-B8B6-267CBCE479CE}">
      <dgm:prSet/>
      <dgm:spPr/>
      <dgm:t>
        <a:bodyPr/>
        <a:lstStyle/>
        <a:p>
          <a:endParaRPr lang="en-US"/>
        </a:p>
      </dgm:t>
    </dgm:pt>
    <dgm:pt modelId="{330F6176-4BB4-403B-A8BB-3B85A61341A9}" type="sibTrans" cxnId="{26330A78-D140-4C00-B8B6-267CBCE479CE}">
      <dgm:prSet/>
      <dgm:spPr/>
      <dgm:t>
        <a:bodyPr/>
        <a:lstStyle/>
        <a:p>
          <a:endParaRPr lang="en-US"/>
        </a:p>
      </dgm:t>
    </dgm:pt>
    <dgm:pt modelId="{540CABBA-D674-4812-B6B8-8C640C8C140C}">
      <dgm:prSet/>
      <dgm:spPr/>
      <dgm:t>
        <a:bodyPr/>
        <a:lstStyle/>
        <a:p>
          <a:r>
            <a:rPr lang="en-US"/>
            <a:t>Lungs: BAE+</a:t>
          </a:r>
        </a:p>
      </dgm:t>
    </dgm:pt>
    <dgm:pt modelId="{2845F326-A594-451B-91AC-3765AC61A147}" type="parTrans" cxnId="{95ED003A-C585-4C4C-9694-AC074F9EBAFA}">
      <dgm:prSet/>
      <dgm:spPr/>
      <dgm:t>
        <a:bodyPr/>
        <a:lstStyle/>
        <a:p>
          <a:endParaRPr lang="en-US"/>
        </a:p>
      </dgm:t>
    </dgm:pt>
    <dgm:pt modelId="{EE7FEDFA-2AFF-4A9F-BDF8-88B2F81AA845}" type="sibTrans" cxnId="{95ED003A-C585-4C4C-9694-AC074F9EBAFA}">
      <dgm:prSet/>
      <dgm:spPr/>
      <dgm:t>
        <a:bodyPr/>
        <a:lstStyle/>
        <a:p>
          <a:endParaRPr lang="en-US"/>
        </a:p>
      </dgm:t>
    </dgm:pt>
    <dgm:pt modelId="{C1CA7C87-9D03-41AD-9914-B9E67B208AFF}">
      <dgm:prSet/>
      <dgm:spPr/>
      <dgm:t>
        <a:bodyPr/>
        <a:lstStyle/>
        <a:p>
          <a:r>
            <a:rPr lang="en-US"/>
            <a:t>CVS: S1S2+ </a:t>
          </a:r>
        </a:p>
      </dgm:t>
    </dgm:pt>
    <dgm:pt modelId="{3F17C644-40CE-4E6F-BB99-191FED5F99BD}" type="parTrans" cxnId="{C536A462-A45E-4D2F-9128-0A7D67365DF2}">
      <dgm:prSet/>
      <dgm:spPr/>
      <dgm:t>
        <a:bodyPr/>
        <a:lstStyle/>
        <a:p>
          <a:endParaRPr lang="en-US"/>
        </a:p>
      </dgm:t>
    </dgm:pt>
    <dgm:pt modelId="{508AD932-3D79-4CD3-87FD-591FBE5E158D}" type="sibTrans" cxnId="{C536A462-A45E-4D2F-9128-0A7D67365DF2}">
      <dgm:prSet/>
      <dgm:spPr/>
      <dgm:t>
        <a:bodyPr/>
        <a:lstStyle/>
        <a:p>
          <a:endParaRPr lang="en-US"/>
        </a:p>
      </dgm:t>
    </dgm:pt>
    <dgm:pt modelId="{05CD8CB8-EDB6-4BB8-8878-A56F284C0BB0}">
      <dgm:prSet/>
      <dgm:spPr/>
      <dgm:t>
        <a:bodyPr/>
        <a:lstStyle/>
        <a:p>
          <a:r>
            <a:rPr lang="en-US"/>
            <a:t>PR: 88Bpm</a:t>
          </a:r>
        </a:p>
      </dgm:t>
    </dgm:pt>
    <dgm:pt modelId="{B1FE99C6-B829-4980-A7BE-F11538223A60}" type="parTrans" cxnId="{A4104310-49F1-463A-BF72-E110AF68E3E1}">
      <dgm:prSet/>
      <dgm:spPr/>
      <dgm:t>
        <a:bodyPr/>
        <a:lstStyle/>
        <a:p>
          <a:endParaRPr lang="en-US"/>
        </a:p>
      </dgm:t>
    </dgm:pt>
    <dgm:pt modelId="{DAABE531-A959-4D0D-93E6-A7224C95A18A}" type="sibTrans" cxnId="{A4104310-49F1-463A-BF72-E110AF68E3E1}">
      <dgm:prSet/>
      <dgm:spPr/>
      <dgm:t>
        <a:bodyPr/>
        <a:lstStyle/>
        <a:p>
          <a:endParaRPr lang="en-US"/>
        </a:p>
      </dgm:t>
    </dgm:pt>
    <dgm:pt modelId="{DED6F04B-2F6D-43BE-A0D9-F36AB5B794CE}">
      <dgm:prSet/>
      <dgm:spPr/>
      <dgm:t>
        <a:bodyPr/>
        <a:lstStyle/>
        <a:p>
          <a:r>
            <a:rPr lang="en-US"/>
            <a:t>RR: 16cpm</a:t>
          </a:r>
        </a:p>
      </dgm:t>
    </dgm:pt>
    <dgm:pt modelId="{A0C3E41B-1251-478D-B394-1C7FF6EAC405}" type="parTrans" cxnId="{0F845C72-CC43-414A-9319-3B0400C0800C}">
      <dgm:prSet/>
      <dgm:spPr/>
      <dgm:t>
        <a:bodyPr/>
        <a:lstStyle/>
        <a:p>
          <a:endParaRPr lang="en-US"/>
        </a:p>
      </dgm:t>
    </dgm:pt>
    <dgm:pt modelId="{B0D25A24-3214-4F23-89E9-802A16C12A7B}" type="sibTrans" cxnId="{0F845C72-CC43-414A-9319-3B0400C0800C}">
      <dgm:prSet/>
      <dgm:spPr/>
      <dgm:t>
        <a:bodyPr/>
        <a:lstStyle/>
        <a:p>
          <a:endParaRPr lang="en-US"/>
        </a:p>
      </dgm:t>
    </dgm:pt>
    <dgm:pt modelId="{AD6F2AA5-C922-4D11-860A-2BF305170CA6}">
      <dgm:prSet/>
      <dgm:spPr/>
      <dgm:t>
        <a:bodyPr/>
        <a:lstStyle/>
        <a:p>
          <a:r>
            <a:rPr lang="en-US"/>
            <a:t>Spo2: 99%@RA</a:t>
          </a:r>
        </a:p>
      </dgm:t>
    </dgm:pt>
    <dgm:pt modelId="{00F55410-4180-48B0-970A-B831F9661EFB}" type="parTrans" cxnId="{4BADD190-B8E7-44B9-BAF8-0D84F00EAEAB}">
      <dgm:prSet/>
      <dgm:spPr/>
      <dgm:t>
        <a:bodyPr/>
        <a:lstStyle/>
        <a:p>
          <a:endParaRPr lang="en-US"/>
        </a:p>
      </dgm:t>
    </dgm:pt>
    <dgm:pt modelId="{3CB9288F-9F3F-418C-A764-EDB43421598C}" type="sibTrans" cxnId="{4BADD190-B8E7-44B9-BAF8-0D84F00EAEAB}">
      <dgm:prSet/>
      <dgm:spPr/>
      <dgm:t>
        <a:bodyPr/>
        <a:lstStyle/>
        <a:p>
          <a:endParaRPr lang="en-US"/>
        </a:p>
      </dgm:t>
    </dgm:pt>
    <dgm:pt modelId="{DCAC4FA7-9969-402C-9521-4DF48A82EEC1}" type="pres">
      <dgm:prSet presAssocID="{C68FBDD7-BF6C-49A7-A642-86F30CAF2273}" presName="diagram" presStyleCnt="0">
        <dgm:presLayoutVars>
          <dgm:dir/>
          <dgm:resizeHandles val="exact"/>
        </dgm:presLayoutVars>
      </dgm:prSet>
      <dgm:spPr/>
    </dgm:pt>
    <dgm:pt modelId="{BF9B2A09-FE11-4BF9-BBF8-5EA3FE335F95}" type="pres">
      <dgm:prSet presAssocID="{02D94EBB-9C0C-4647-B72A-D530BB7440F8}" presName="node" presStyleLbl="node1" presStyleIdx="0" presStyleCnt="8">
        <dgm:presLayoutVars>
          <dgm:bulletEnabled val="1"/>
        </dgm:presLayoutVars>
      </dgm:prSet>
      <dgm:spPr/>
    </dgm:pt>
    <dgm:pt modelId="{E9BCE7C0-7638-47F2-A22F-0EC897BC2900}" type="pres">
      <dgm:prSet presAssocID="{250181B2-33D6-49D9-AF14-69DEB73E9A62}" presName="sibTrans" presStyleCnt="0"/>
      <dgm:spPr/>
    </dgm:pt>
    <dgm:pt modelId="{E6B057E1-4903-46B7-9F05-5F8872FE7FA2}" type="pres">
      <dgm:prSet presAssocID="{E4C4E934-C956-494C-B3FC-C316143D76F8}" presName="node" presStyleLbl="node1" presStyleIdx="1" presStyleCnt="8">
        <dgm:presLayoutVars>
          <dgm:bulletEnabled val="1"/>
        </dgm:presLayoutVars>
      </dgm:prSet>
      <dgm:spPr/>
    </dgm:pt>
    <dgm:pt modelId="{F181C5F7-9758-4895-80E7-D806BADC32B2}" type="pres">
      <dgm:prSet presAssocID="{E4E4A229-4DEC-4F48-AD76-C94ADD3645E5}" presName="sibTrans" presStyleCnt="0"/>
      <dgm:spPr/>
    </dgm:pt>
    <dgm:pt modelId="{827FF6F6-F1B9-4B59-A55A-85F966BDA956}" type="pres">
      <dgm:prSet presAssocID="{EF47494D-1676-4058-8890-FC3F4A0AF338}" presName="node" presStyleLbl="node1" presStyleIdx="2" presStyleCnt="8">
        <dgm:presLayoutVars>
          <dgm:bulletEnabled val="1"/>
        </dgm:presLayoutVars>
      </dgm:prSet>
      <dgm:spPr/>
    </dgm:pt>
    <dgm:pt modelId="{F0546207-117D-4EAD-9110-7D2733753863}" type="pres">
      <dgm:prSet presAssocID="{330F6176-4BB4-403B-A8BB-3B85A61341A9}" presName="sibTrans" presStyleCnt="0"/>
      <dgm:spPr/>
    </dgm:pt>
    <dgm:pt modelId="{9A343559-7753-4049-B6E1-9274F2C2349B}" type="pres">
      <dgm:prSet presAssocID="{540CABBA-D674-4812-B6B8-8C640C8C140C}" presName="node" presStyleLbl="node1" presStyleIdx="3" presStyleCnt="8">
        <dgm:presLayoutVars>
          <dgm:bulletEnabled val="1"/>
        </dgm:presLayoutVars>
      </dgm:prSet>
      <dgm:spPr/>
    </dgm:pt>
    <dgm:pt modelId="{AEF54BE8-27B6-41DE-820E-29FB39153872}" type="pres">
      <dgm:prSet presAssocID="{EE7FEDFA-2AFF-4A9F-BDF8-88B2F81AA845}" presName="sibTrans" presStyleCnt="0"/>
      <dgm:spPr/>
    </dgm:pt>
    <dgm:pt modelId="{44AAD1A7-618E-47C2-9D08-145909B549F6}" type="pres">
      <dgm:prSet presAssocID="{C1CA7C87-9D03-41AD-9914-B9E67B208AFF}" presName="node" presStyleLbl="node1" presStyleIdx="4" presStyleCnt="8">
        <dgm:presLayoutVars>
          <dgm:bulletEnabled val="1"/>
        </dgm:presLayoutVars>
      </dgm:prSet>
      <dgm:spPr/>
    </dgm:pt>
    <dgm:pt modelId="{D9CEA0D7-27BF-4D06-96D8-016237C460F8}" type="pres">
      <dgm:prSet presAssocID="{508AD932-3D79-4CD3-87FD-591FBE5E158D}" presName="sibTrans" presStyleCnt="0"/>
      <dgm:spPr/>
    </dgm:pt>
    <dgm:pt modelId="{628479B6-A9EE-4278-BFF1-B1BE0690524D}" type="pres">
      <dgm:prSet presAssocID="{05CD8CB8-EDB6-4BB8-8878-A56F284C0BB0}" presName="node" presStyleLbl="node1" presStyleIdx="5" presStyleCnt="8">
        <dgm:presLayoutVars>
          <dgm:bulletEnabled val="1"/>
        </dgm:presLayoutVars>
      </dgm:prSet>
      <dgm:spPr/>
    </dgm:pt>
    <dgm:pt modelId="{223F1FD0-F914-42A1-9EE5-C8852BE0430A}" type="pres">
      <dgm:prSet presAssocID="{DAABE531-A959-4D0D-93E6-A7224C95A18A}" presName="sibTrans" presStyleCnt="0"/>
      <dgm:spPr/>
    </dgm:pt>
    <dgm:pt modelId="{D30C042D-53D8-4F1C-A89E-4F4D01A73BBD}" type="pres">
      <dgm:prSet presAssocID="{DED6F04B-2F6D-43BE-A0D9-F36AB5B794CE}" presName="node" presStyleLbl="node1" presStyleIdx="6" presStyleCnt="8">
        <dgm:presLayoutVars>
          <dgm:bulletEnabled val="1"/>
        </dgm:presLayoutVars>
      </dgm:prSet>
      <dgm:spPr/>
    </dgm:pt>
    <dgm:pt modelId="{A5EC1003-BE3A-4AD0-97A2-9CB31210DCC7}" type="pres">
      <dgm:prSet presAssocID="{B0D25A24-3214-4F23-89E9-802A16C12A7B}" presName="sibTrans" presStyleCnt="0"/>
      <dgm:spPr/>
    </dgm:pt>
    <dgm:pt modelId="{B13C97E5-4939-4562-8F87-C9A328094241}" type="pres">
      <dgm:prSet presAssocID="{AD6F2AA5-C922-4D11-860A-2BF305170CA6}" presName="node" presStyleLbl="node1" presStyleIdx="7" presStyleCnt="8">
        <dgm:presLayoutVars>
          <dgm:bulletEnabled val="1"/>
        </dgm:presLayoutVars>
      </dgm:prSet>
      <dgm:spPr/>
    </dgm:pt>
  </dgm:ptLst>
  <dgm:cxnLst>
    <dgm:cxn modelId="{215B8500-832D-4A63-933A-D2F64EFFF3BC}" type="presOf" srcId="{C68FBDD7-BF6C-49A7-A642-86F30CAF2273}" destId="{DCAC4FA7-9969-402C-9521-4DF48A82EEC1}" srcOrd="0" destOrd="0" presId="urn:microsoft.com/office/officeart/2005/8/layout/default"/>
    <dgm:cxn modelId="{A4104310-49F1-463A-BF72-E110AF68E3E1}" srcId="{C68FBDD7-BF6C-49A7-A642-86F30CAF2273}" destId="{05CD8CB8-EDB6-4BB8-8878-A56F284C0BB0}" srcOrd="5" destOrd="0" parTransId="{B1FE99C6-B829-4980-A7BE-F11538223A60}" sibTransId="{DAABE531-A959-4D0D-93E6-A7224C95A18A}"/>
    <dgm:cxn modelId="{95ED003A-C585-4C4C-9694-AC074F9EBAFA}" srcId="{C68FBDD7-BF6C-49A7-A642-86F30CAF2273}" destId="{540CABBA-D674-4812-B6B8-8C640C8C140C}" srcOrd="3" destOrd="0" parTransId="{2845F326-A594-451B-91AC-3765AC61A147}" sibTransId="{EE7FEDFA-2AFF-4A9F-BDF8-88B2F81AA845}"/>
    <dgm:cxn modelId="{C536A462-A45E-4D2F-9128-0A7D67365DF2}" srcId="{C68FBDD7-BF6C-49A7-A642-86F30CAF2273}" destId="{C1CA7C87-9D03-41AD-9914-B9E67B208AFF}" srcOrd="4" destOrd="0" parTransId="{3F17C644-40CE-4E6F-BB99-191FED5F99BD}" sibTransId="{508AD932-3D79-4CD3-87FD-591FBE5E158D}"/>
    <dgm:cxn modelId="{E56F394C-6E04-46FC-A245-01F80600833D}" type="presOf" srcId="{EF47494D-1676-4058-8890-FC3F4A0AF338}" destId="{827FF6F6-F1B9-4B59-A55A-85F966BDA956}" srcOrd="0" destOrd="0" presId="urn:microsoft.com/office/officeart/2005/8/layout/default"/>
    <dgm:cxn modelId="{F5FDBE6D-882E-494D-A063-A1E863A269C9}" type="presOf" srcId="{C1CA7C87-9D03-41AD-9914-B9E67B208AFF}" destId="{44AAD1A7-618E-47C2-9D08-145909B549F6}" srcOrd="0" destOrd="0" presId="urn:microsoft.com/office/officeart/2005/8/layout/default"/>
    <dgm:cxn modelId="{0F845C72-CC43-414A-9319-3B0400C0800C}" srcId="{C68FBDD7-BF6C-49A7-A642-86F30CAF2273}" destId="{DED6F04B-2F6D-43BE-A0D9-F36AB5B794CE}" srcOrd="6" destOrd="0" parTransId="{A0C3E41B-1251-478D-B394-1C7FF6EAC405}" sibTransId="{B0D25A24-3214-4F23-89E9-802A16C12A7B}"/>
    <dgm:cxn modelId="{26330A78-D140-4C00-B8B6-267CBCE479CE}" srcId="{C68FBDD7-BF6C-49A7-A642-86F30CAF2273}" destId="{EF47494D-1676-4058-8890-FC3F4A0AF338}" srcOrd="2" destOrd="0" parTransId="{BE6306C3-3AA7-4246-828B-14BFF5549000}" sibTransId="{330F6176-4BB4-403B-A8BB-3B85A61341A9}"/>
    <dgm:cxn modelId="{3FA3357E-A74E-438A-BCBD-2E871AD09391}" type="presOf" srcId="{05CD8CB8-EDB6-4BB8-8878-A56F284C0BB0}" destId="{628479B6-A9EE-4278-BFF1-B1BE0690524D}" srcOrd="0" destOrd="0" presId="urn:microsoft.com/office/officeart/2005/8/layout/default"/>
    <dgm:cxn modelId="{6AD92D8D-67A4-4CC8-A61F-159035D9C4E3}" srcId="{C68FBDD7-BF6C-49A7-A642-86F30CAF2273}" destId="{02D94EBB-9C0C-4647-B72A-D530BB7440F8}" srcOrd="0" destOrd="0" parTransId="{25F1837C-9CAD-477D-B421-E8554D9E6369}" sibTransId="{250181B2-33D6-49D9-AF14-69DEB73E9A62}"/>
    <dgm:cxn modelId="{AFC0EA8F-C9A9-4870-80CA-5E6242D0A973}" srcId="{C68FBDD7-BF6C-49A7-A642-86F30CAF2273}" destId="{E4C4E934-C956-494C-B3FC-C316143D76F8}" srcOrd="1" destOrd="0" parTransId="{205624DF-6B6D-44D2-A738-4F21FA1F9878}" sibTransId="{E4E4A229-4DEC-4F48-AD76-C94ADD3645E5}"/>
    <dgm:cxn modelId="{4BADD190-B8E7-44B9-BAF8-0D84F00EAEAB}" srcId="{C68FBDD7-BF6C-49A7-A642-86F30CAF2273}" destId="{AD6F2AA5-C922-4D11-860A-2BF305170CA6}" srcOrd="7" destOrd="0" parTransId="{00F55410-4180-48B0-970A-B831F9661EFB}" sibTransId="{3CB9288F-9F3F-418C-A764-EDB43421598C}"/>
    <dgm:cxn modelId="{E988C695-0767-4AF4-BB6D-5F4DE46CA85B}" type="presOf" srcId="{AD6F2AA5-C922-4D11-860A-2BF305170CA6}" destId="{B13C97E5-4939-4562-8F87-C9A328094241}" srcOrd="0" destOrd="0" presId="urn:microsoft.com/office/officeart/2005/8/layout/default"/>
    <dgm:cxn modelId="{4697B3B3-8F78-40D3-91A8-1855F673ABD8}" type="presOf" srcId="{E4C4E934-C956-494C-B3FC-C316143D76F8}" destId="{E6B057E1-4903-46B7-9F05-5F8872FE7FA2}" srcOrd="0" destOrd="0" presId="urn:microsoft.com/office/officeart/2005/8/layout/default"/>
    <dgm:cxn modelId="{28FDE2BB-87BA-4E84-8036-602BA439FF57}" type="presOf" srcId="{DED6F04B-2F6D-43BE-A0D9-F36AB5B794CE}" destId="{D30C042D-53D8-4F1C-A89E-4F4D01A73BBD}" srcOrd="0" destOrd="0" presId="urn:microsoft.com/office/officeart/2005/8/layout/default"/>
    <dgm:cxn modelId="{F25F9CDA-D933-46D1-9B48-6A1DDD6B3E5F}" type="presOf" srcId="{540CABBA-D674-4812-B6B8-8C640C8C140C}" destId="{9A343559-7753-4049-B6E1-9274F2C2349B}" srcOrd="0" destOrd="0" presId="urn:microsoft.com/office/officeart/2005/8/layout/default"/>
    <dgm:cxn modelId="{7B15B6DF-602B-47CB-B350-5AA65DE09165}" type="presOf" srcId="{02D94EBB-9C0C-4647-B72A-D530BB7440F8}" destId="{BF9B2A09-FE11-4BF9-BBF8-5EA3FE335F95}" srcOrd="0" destOrd="0" presId="urn:microsoft.com/office/officeart/2005/8/layout/default"/>
    <dgm:cxn modelId="{4598870A-30B2-4BCB-B28D-78FCBAB81707}" type="presParOf" srcId="{DCAC4FA7-9969-402C-9521-4DF48A82EEC1}" destId="{BF9B2A09-FE11-4BF9-BBF8-5EA3FE335F95}" srcOrd="0" destOrd="0" presId="urn:microsoft.com/office/officeart/2005/8/layout/default"/>
    <dgm:cxn modelId="{A9899B3F-97C6-48B5-AF39-D207A19CC494}" type="presParOf" srcId="{DCAC4FA7-9969-402C-9521-4DF48A82EEC1}" destId="{E9BCE7C0-7638-47F2-A22F-0EC897BC2900}" srcOrd="1" destOrd="0" presId="urn:microsoft.com/office/officeart/2005/8/layout/default"/>
    <dgm:cxn modelId="{AE8212EB-282F-4F08-97EC-8DFD32340339}" type="presParOf" srcId="{DCAC4FA7-9969-402C-9521-4DF48A82EEC1}" destId="{E6B057E1-4903-46B7-9F05-5F8872FE7FA2}" srcOrd="2" destOrd="0" presId="urn:microsoft.com/office/officeart/2005/8/layout/default"/>
    <dgm:cxn modelId="{492DC123-2293-4D97-88F1-6105EC978815}" type="presParOf" srcId="{DCAC4FA7-9969-402C-9521-4DF48A82EEC1}" destId="{F181C5F7-9758-4895-80E7-D806BADC32B2}" srcOrd="3" destOrd="0" presId="urn:microsoft.com/office/officeart/2005/8/layout/default"/>
    <dgm:cxn modelId="{031F99B1-2416-4C95-982A-530825915CE9}" type="presParOf" srcId="{DCAC4FA7-9969-402C-9521-4DF48A82EEC1}" destId="{827FF6F6-F1B9-4B59-A55A-85F966BDA956}" srcOrd="4" destOrd="0" presId="urn:microsoft.com/office/officeart/2005/8/layout/default"/>
    <dgm:cxn modelId="{4E51C5EF-2D9A-4B9D-8B35-1632B8AECC1A}" type="presParOf" srcId="{DCAC4FA7-9969-402C-9521-4DF48A82EEC1}" destId="{F0546207-117D-4EAD-9110-7D2733753863}" srcOrd="5" destOrd="0" presId="urn:microsoft.com/office/officeart/2005/8/layout/default"/>
    <dgm:cxn modelId="{C949C307-C625-43A3-AC4B-20D110D3983B}" type="presParOf" srcId="{DCAC4FA7-9969-402C-9521-4DF48A82EEC1}" destId="{9A343559-7753-4049-B6E1-9274F2C2349B}" srcOrd="6" destOrd="0" presId="urn:microsoft.com/office/officeart/2005/8/layout/default"/>
    <dgm:cxn modelId="{25892E2B-8F35-4CC8-9528-40D9AEF5752D}" type="presParOf" srcId="{DCAC4FA7-9969-402C-9521-4DF48A82EEC1}" destId="{AEF54BE8-27B6-41DE-820E-29FB39153872}" srcOrd="7" destOrd="0" presId="urn:microsoft.com/office/officeart/2005/8/layout/default"/>
    <dgm:cxn modelId="{DD47533A-6CB1-482B-8A48-42EDB40BB355}" type="presParOf" srcId="{DCAC4FA7-9969-402C-9521-4DF48A82EEC1}" destId="{44AAD1A7-618E-47C2-9D08-145909B549F6}" srcOrd="8" destOrd="0" presId="urn:microsoft.com/office/officeart/2005/8/layout/default"/>
    <dgm:cxn modelId="{38CDCD0C-CFEA-47F2-BBAD-E1C43A8AF064}" type="presParOf" srcId="{DCAC4FA7-9969-402C-9521-4DF48A82EEC1}" destId="{D9CEA0D7-27BF-4D06-96D8-016237C460F8}" srcOrd="9" destOrd="0" presId="urn:microsoft.com/office/officeart/2005/8/layout/default"/>
    <dgm:cxn modelId="{198273B2-3569-4F18-8D7F-A267D2B40C50}" type="presParOf" srcId="{DCAC4FA7-9969-402C-9521-4DF48A82EEC1}" destId="{628479B6-A9EE-4278-BFF1-B1BE0690524D}" srcOrd="10" destOrd="0" presId="urn:microsoft.com/office/officeart/2005/8/layout/default"/>
    <dgm:cxn modelId="{FDDEA37D-FCCD-4839-9E4A-68AB8AEAFFDB}" type="presParOf" srcId="{DCAC4FA7-9969-402C-9521-4DF48A82EEC1}" destId="{223F1FD0-F914-42A1-9EE5-C8852BE0430A}" srcOrd="11" destOrd="0" presId="urn:microsoft.com/office/officeart/2005/8/layout/default"/>
    <dgm:cxn modelId="{C97CBB83-26DD-4B33-B001-B536CBF00BD9}" type="presParOf" srcId="{DCAC4FA7-9969-402C-9521-4DF48A82EEC1}" destId="{D30C042D-53D8-4F1C-A89E-4F4D01A73BBD}" srcOrd="12" destOrd="0" presId="urn:microsoft.com/office/officeart/2005/8/layout/default"/>
    <dgm:cxn modelId="{E96D8543-DBEB-4072-9CD7-C33F8B198FE5}" type="presParOf" srcId="{DCAC4FA7-9969-402C-9521-4DF48A82EEC1}" destId="{A5EC1003-BE3A-4AD0-97A2-9CB31210DCC7}" srcOrd="13" destOrd="0" presId="urn:microsoft.com/office/officeart/2005/8/layout/default"/>
    <dgm:cxn modelId="{20905F12-3BF7-45D3-B962-5CAAA2325C0C}" type="presParOf" srcId="{DCAC4FA7-9969-402C-9521-4DF48A82EEC1}" destId="{B13C97E5-4939-4562-8F87-C9A328094241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E4E1C8D-4854-435B-9EB8-A084EBC4E029}" type="doc">
      <dgm:prSet loTypeId="urn:microsoft.com/office/officeart/2005/8/layout/list1" loCatId="list" qsTypeId="urn:microsoft.com/office/officeart/2005/8/quickstyle/simple1#60" qsCatId="simple" csTypeId="urn:microsoft.com/office/officeart/2005/8/colors/accent1_2#50" csCatId="accent1"/>
      <dgm:spPr/>
      <dgm:t>
        <a:bodyPr/>
        <a:lstStyle/>
        <a:p>
          <a:endParaRPr lang="en-US"/>
        </a:p>
      </dgm:t>
    </dgm:pt>
    <dgm:pt modelId="{F7A9DC4A-9983-4B59-BB5B-7414E153B566}">
      <dgm:prSet custT="1"/>
      <dgm:spPr/>
      <dgm:t>
        <a:bodyPr/>
        <a:lstStyle/>
        <a:p>
          <a:r>
            <a:rPr lang="en-US" sz="1600" b="1" dirty="0"/>
            <a:t>ULTRASONOGRAPHY OF ABDOMEN AND PELVIS</a:t>
          </a:r>
          <a:endParaRPr lang="en-US" sz="1600" dirty="0"/>
        </a:p>
      </dgm:t>
    </dgm:pt>
    <dgm:pt modelId="{2930CBE6-CF71-4887-8B0B-A41A48C0267B}" type="parTrans" cxnId="{BD5F87D2-595B-4361-85FE-42A111A22240}">
      <dgm:prSet/>
      <dgm:spPr/>
      <dgm:t>
        <a:bodyPr/>
        <a:lstStyle/>
        <a:p>
          <a:endParaRPr lang="en-US"/>
        </a:p>
      </dgm:t>
    </dgm:pt>
    <dgm:pt modelId="{0E505DFE-4794-45B9-8F2F-897F9B3575DB}" type="sibTrans" cxnId="{BD5F87D2-595B-4361-85FE-42A111A22240}">
      <dgm:prSet/>
      <dgm:spPr/>
      <dgm:t>
        <a:bodyPr/>
        <a:lstStyle/>
        <a:p>
          <a:endParaRPr lang="en-US"/>
        </a:p>
      </dgm:t>
    </dgm:pt>
    <dgm:pt modelId="{C95F4578-723E-4E6C-8937-C4FB6454A781}">
      <dgm:prSet/>
      <dgm:spPr/>
      <dgm:t>
        <a:bodyPr/>
        <a:lstStyle/>
        <a:p>
          <a:r>
            <a:rPr lang="en-US"/>
            <a:t>Gall bladder: contracted </a:t>
          </a:r>
        </a:p>
      </dgm:t>
    </dgm:pt>
    <dgm:pt modelId="{EAFBDC56-5710-482F-87E8-8B34E17F1041}" type="parTrans" cxnId="{3B6A4E85-8B6C-4569-81A7-ED85D455ACEB}">
      <dgm:prSet/>
      <dgm:spPr/>
      <dgm:t>
        <a:bodyPr/>
        <a:lstStyle/>
        <a:p>
          <a:endParaRPr lang="en-US"/>
        </a:p>
      </dgm:t>
    </dgm:pt>
    <dgm:pt modelId="{D49D9F2B-CC21-4ED3-8F30-7C7E0BD9D9BB}" type="sibTrans" cxnId="{3B6A4E85-8B6C-4569-81A7-ED85D455ACEB}">
      <dgm:prSet/>
      <dgm:spPr/>
      <dgm:t>
        <a:bodyPr/>
        <a:lstStyle/>
        <a:p>
          <a:endParaRPr lang="en-US"/>
        </a:p>
      </dgm:t>
    </dgm:pt>
    <dgm:pt modelId="{A36B32F0-C65B-45C2-89D8-2BFE1B7C667E}">
      <dgm:prSet/>
      <dgm:spPr/>
      <dgm:t>
        <a:bodyPr/>
        <a:lstStyle/>
        <a:p>
          <a:r>
            <a:rPr lang="en-US"/>
            <a:t>Impression: </a:t>
          </a:r>
        </a:p>
      </dgm:t>
    </dgm:pt>
    <dgm:pt modelId="{B3EBE64F-9E99-4353-A138-F65EE1148654}" type="parTrans" cxnId="{89E9E966-8FB1-4337-A272-27A7BCBAFAD3}">
      <dgm:prSet/>
      <dgm:spPr/>
      <dgm:t>
        <a:bodyPr/>
        <a:lstStyle/>
        <a:p>
          <a:endParaRPr lang="en-US"/>
        </a:p>
      </dgm:t>
    </dgm:pt>
    <dgm:pt modelId="{93B67009-5D5F-4B66-A6B0-B6A5947A1505}" type="sibTrans" cxnId="{89E9E966-8FB1-4337-A272-27A7BCBAFAD3}">
      <dgm:prSet/>
      <dgm:spPr/>
      <dgm:t>
        <a:bodyPr/>
        <a:lstStyle/>
        <a:p>
          <a:endParaRPr lang="en-US"/>
        </a:p>
      </dgm:t>
    </dgm:pt>
    <dgm:pt modelId="{69C0F5A3-00D7-4504-835F-F547455F9F82}">
      <dgm:prSet custT="1"/>
      <dgm:spPr/>
      <dgm:t>
        <a:bodyPr/>
        <a:lstStyle/>
        <a:p>
          <a:r>
            <a:rPr lang="en-US" sz="1600" dirty="0"/>
            <a:t>grade 1 fatty liver</a:t>
          </a:r>
        </a:p>
      </dgm:t>
    </dgm:pt>
    <dgm:pt modelId="{D3F09BCF-5FB2-45AE-92FE-1EAE8AA35F61}" type="parTrans" cxnId="{ECBA9FF4-4D6D-4F21-BE2B-5846D4178C31}">
      <dgm:prSet/>
      <dgm:spPr/>
      <dgm:t>
        <a:bodyPr/>
        <a:lstStyle/>
        <a:p>
          <a:endParaRPr lang="en-US"/>
        </a:p>
      </dgm:t>
    </dgm:pt>
    <dgm:pt modelId="{6193B176-C3BC-47EF-A303-FFF5CD9040AC}" type="sibTrans" cxnId="{ECBA9FF4-4D6D-4F21-BE2B-5846D4178C31}">
      <dgm:prSet/>
      <dgm:spPr/>
      <dgm:t>
        <a:bodyPr/>
        <a:lstStyle/>
        <a:p>
          <a:endParaRPr lang="en-US"/>
        </a:p>
      </dgm:t>
    </dgm:pt>
    <dgm:pt modelId="{D7DCA8CE-A1E7-4FA4-86F4-93D9C1B35918}">
      <dgm:prSet custT="1"/>
      <dgm:spPr/>
      <dgm:t>
        <a:bodyPr/>
        <a:lstStyle/>
        <a:p>
          <a:r>
            <a:rPr lang="en-US" sz="1600" dirty="0"/>
            <a:t>Renal parenchymal change</a:t>
          </a:r>
        </a:p>
      </dgm:t>
    </dgm:pt>
    <dgm:pt modelId="{ED4051F9-AD63-459C-A2F7-95C30016EFE1}" type="parTrans" cxnId="{847CF786-37B5-4B81-A2DB-F2B82CB3CB00}">
      <dgm:prSet/>
      <dgm:spPr/>
      <dgm:t>
        <a:bodyPr/>
        <a:lstStyle/>
        <a:p>
          <a:endParaRPr lang="en-US"/>
        </a:p>
      </dgm:t>
    </dgm:pt>
    <dgm:pt modelId="{47128088-0316-419D-945D-B48D2ACE1720}" type="sibTrans" cxnId="{847CF786-37B5-4B81-A2DB-F2B82CB3CB00}">
      <dgm:prSet/>
      <dgm:spPr/>
      <dgm:t>
        <a:bodyPr/>
        <a:lstStyle/>
        <a:p>
          <a:endParaRPr lang="en-US"/>
        </a:p>
      </dgm:t>
    </dgm:pt>
    <dgm:pt modelId="{F30F8004-C1EE-449C-85EE-A18B53C637E4}">
      <dgm:prSet/>
      <dgm:spPr/>
      <dgm:t>
        <a:bodyPr/>
        <a:lstStyle/>
        <a:p>
          <a:r>
            <a:rPr lang="en-US" b="1"/>
            <a:t>UPPER GI ENDOSCOPY: </a:t>
          </a:r>
          <a:endParaRPr lang="en-US"/>
        </a:p>
      </dgm:t>
    </dgm:pt>
    <dgm:pt modelId="{F915BD11-1BC5-49DA-B1A7-4E66B9D36EB1}" type="parTrans" cxnId="{07F80113-0560-4495-B25C-38B35B0312FC}">
      <dgm:prSet/>
      <dgm:spPr/>
      <dgm:t>
        <a:bodyPr/>
        <a:lstStyle/>
        <a:p>
          <a:endParaRPr lang="en-US"/>
        </a:p>
      </dgm:t>
    </dgm:pt>
    <dgm:pt modelId="{53B5A91B-6F27-47F0-98BB-0FDBD4F90261}" type="sibTrans" cxnId="{07F80113-0560-4495-B25C-38B35B0312FC}">
      <dgm:prSet/>
      <dgm:spPr/>
      <dgm:t>
        <a:bodyPr/>
        <a:lstStyle/>
        <a:p>
          <a:endParaRPr lang="en-US"/>
        </a:p>
      </dgm:t>
    </dgm:pt>
    <dgm:pt modelId="{C744FECC-88D4-4FC9-B87C-B5D9AD35432A}">
      <dgm:prSet custT="1"/>
      <dgm:spPr/>
      <dgm:t>
        <a:bodyPr/>
        <a:lstStyle/>
        <a:p>
          <a:r>
            <a:rPr lang="en-US" sz="1600" dirty="0"/>
            <a:t>Esophagus:  mucosal breaks&lt; 5cm in distal esophagus</a:t>
          </a:r>
        </a:p>
      </dgm:t>
    </dgm:pt>
    <dgm:pt modelId="{86031749-65B2-4BA5-9B0E-885D2F7E1DBE}" type="parTrans" cxnId="{D636FE9C-B173-4F71-B15F-94562BE5037A}">
      <dgm:prSet/>
      <dgm:spPr/>
      <dgm:t>
        <a:bodyPr/>
        <a:lstStyle/>
        <a:p>
          <a:endParaRPr lang="en-US"/>
        </a:p>
      </dgm:t>
    </dgm:pt>
    <dgm:pt modelId="{3CC04C39-D347-4EBC-B572-91CB15045FE6}" type="sibTrans" cxnId="{D636FE9C-B173-4F71-B15F-94562BE5037A}">
      <dgm:prSet/>
      <dgm:spPr/>
      <dgm:t>
        <a:bodyPr/>
        <a:lstStyle/>
        <a:p>
          <a:endParaRPr lang="en-US"/>
        </a:p>
      </dgm:t>
    </dgm:pt>
    <dgm:pt modelId="{56824F06-4F3A-45BA-B8CB-5BF6EEDF9C26}">
      <dgm:prSet custT="1"/>
      <dgm:spPr/>
      <dgm:t>
        <a:bodyPr/>
        <a:lstStyle/>
        <a:p>
          <a:r>
            <a:rPr lang="en-US" sz="1600" dirty="0"/>
            <a:t>Stomach: erosions in body and antrum</a:t>
          </a:r>
        </a:p>
      </dgm:t>
    </dgm:pt>
    <dgm:pt modelId="{134D3BF4-AFB4-490A-A763-B0128872CB2E}" type="parTrans" cxnId="{6BCEEF5E-86A0-4502-A50C-C9A58587C9A5}">
      <dgm:prSet/>
      <dgm:spPr/>
      <dgm:t>
        <a:bodyPr/>
        <a:lstStyle/>
        <a:p>
          <a:endParaRPr lang="en-US"/>
        </a:p>
      </dgm:t>
    </dgm:pt>
    <dgm:pt modelId="{0BFC2FCD-8961-48CD-9115-192639AB427E}" type="sibTrans" cxnId="{6BCEEF5E-86A0-4502-A50C-C9A58587C9A5}">
      <dgm:prSet/>
      <dgm:spPr/>
      <dgm:t>
        <a:bodyPr/>
        <a:lstStyle/>
        <a:p>
          <a:endParaRPr lang="en-US"/>
        </a:p>
      </dgm:t>
    </dgm:pt>
    <dgm:pt modelId="{C00C0586-21E6-42E4-95E0-C0C5A2915D37}">
      <dgm:prSet custT="1"/>
      <dgm:spPr/>
      <dgm:t>
        <a:bodyPr/>
        <a:lstStyle/>
        <a:p>
          <a:r>
            <a:rPr lang="en-US" sz="1600" dirty="0"/>
            <a:t>Impression: LA grade A esophagitis with a hypotensive lower esophageal sphincter involving erosive gastritis.</a:t>
          </a:r>
          <a:br>
            <a:rPr lang="en-US" sz="1100" dirty="0"/>
          </a:br>
          <a:endParaRPr lang="en-US" sz="1100" dirty="0"/>
        </a:p>
      </dgm:t>
    </dgm:pt>
    <dgm:pt modelId="{DCE68876-52EC-471B-B588-56AC3984B494}" type="parTrans" cxnId="{528B62A7-B20C-4FB5-868F-91C22D05C1FC}">
      <dgm:prSet/>
      <dgm:spPr/>
      <dgm:t>
        <a:bodyPr/>
        <a:lstStyle/>
        <a:p>
          <a:endParaRPr lang="en-US"/>
        </a:p>
      </dgm:t>
    </dgm:pt>
    <dgm:pt modelId="{99E68EDE-A902-410A-8CF6-86ECAFF4A023}" type="sibTrans" cxnId="{528B62A7-B20C-4FB5-868F-91C22D05C1FC}">
      <dgm:prSet/>
      <dgm:spPr/>
      <dgm:t>
        <a:bodyPr/>
        <a:lstStyle/>
        <a:p>
          <a:endParaRPr lang="en-US"/>
        </a:p>
      </dgm:t>
    </dgm:pt>
    <dgm:pt modelId="{88C3B83A-B43E-4C65-9AAB-FECE36BB9F29}" type="pres">
      <dgm:prSet presAssocID="{2E4E1C8D-4854-435B-9EB8-A084EBC4E029}" presName="linear" presStyleCnt="0">
        <dgm:presLayoutVars>
          <dgm:dir/>
          <dgm:animLvl val="lvl"/>
          <dgm:resizeHandles val="exact"/>
        </dgm:presLayoutVars>
      </dgm:prSet>
      <dgm:spPr/>
    </dgm:pt>
    <dgm:pt modelId="{BE1C8043-7CCC-427E-90E5-0F725300C8A6}" type="pres">
      <dgm:prSet presAssocID="{F7A9DC4A-9983-4B59-BB5B-7414E153B566}" presName="parentLin" presStyleCnt="0"/>
      <dgm:spPr/>
    </dgm:pt>
    <dgm:pt modelId="{B9372B7C-E8BA-4E35-97F1-1B610259FB85}" type="pres">
      <dgm:prSet presAssocID="{F7A9DC4A-9983-4B59-BB5B-7414E153B566}" presName="parentLeftMargin" presStyleLbl="node1" presStyleIdx="0" presStyleCnt="4"/>
      <dgm:spPr/>
    </dgm:pt>
    <dgm:pt modelId="{629F6A8E-91B0-46D1-AF97-B1AAC9D69D4F}" type="pres">
      <dgm:prSet presAssocID="{F7A9DC4A-9983-4B59-BB5B-7414E153B56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2417C36-1DA8-4C32-9D6D-254FB6A2AADA}" type="pres">
      <dgm:prSet presAssocID="{F7A9DC4A-9983-4B59-BB5B-7414E153B566}" presName="negativeSpace" presStyleCnt="0"/>
      <dgm:spPr/>
    </dgm:pt>
    <dgm:pt modelId="{8F2B7B2C-9D68-48CC-BA2D-AFFBE9EAE7AA}" type="pres">
      <dgm:prSet presAssocID="{F7A9DC4A-9983-4B59-BB5B-7414E153B566}" presName="childText" presStyleLbl="conFgAcc1" presStyleIdx="0" presStyleCnt="4">
        <dgm:presLayoutVars>
          <dgm:bulletEnabled val="1"/>
        </dgm:presLayoutVars>
      </dgm:prSet>
      <dgm:spPr/>
    </dgm:pt>
    <dgm:pt modelId="{25E5692E-B9A4-416E-91B3-33D2207CC290}" type="pres">
      <dgm:prSet presAssocID="{0E505DFE-4794-45B9-8F2F-897F9B3575DB}" presName="spaceBetweenRectangles" presStyleCnt="0"/>
      <dgm:spPr/>
    </dgm:pt>
    <dgm:pt modelId="{C078068E-8BC2-413E-8F5B-7AE3977AE53F}" type="pres">
      <dgm:prSet presAssocID="{C95F4578-723E-4E6C-8937-C4FB6454A781}" presName="parentLin" presStyleCnt="0"/>
      <dgm:spPr/>
    </dgm:pt>
    <dgm:pt modelId="{6D6695F5-E0EE-408C-A64D-4328499E7787}" type="pres">
      <dgm:prSet presAssocID="{C95F4578-723E-4E6C-8937-C4FB6454A781}" presName="parentLeftMargin" presStyleLbl="node1" presStyleIdx="0" presStyleCnt="4"/>
      <dgm:spPr/>
    </dgm:pt>
    <dgm:pt modelId="{A0CF7323-4EC2-43BD-BB08-94E9A7538435}" type="pres">
      <dgm:prSet presAssocID="{C95F4578-723E-4E6C-8937-C4FB6454A78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6951B7C7-B14D-4C75-A55C-605A31686CAE}" type="pres">
      <dgm:prSet presAssocID="{C95F4578-723E-4E6C-8937-C4FB6454A781}" presName="negativeSpace" presStyleCnt="0"/>
      <dgm:spPr/>
    </dgm:pt>
    <dgm:pt modelId="{B6A43949-CA12-4F6A-A0D1-D88EF9005B96}" type="pres">
      <dgm:prSet presAssocID="{C95F4578-723E-4E6C-8937-C4FB6454A781}" presName="childText" presStyleLbl="conFgAcc1" presStyleIdx="1" presStyleCnt="4">
        <dgm:presLayoutVars>
          <dgm:bulletEnabled val="1"/>
        </dgm:presLayoutVars>
      </dgm:prSet>
      <dgm:spPr/>
    </dgm:pt>
    <dgm:pt modelId="{7235CC36-3675-4892-8D67-0227A9B8D345}" type="pres">
      <dgm:prSet presAssocID="{D49D9F2B-CC21-4ED3-8F30-7C7E0BD9D9BB}" presName="spaceBetweenRectangles" presStyleCnt="0"/>
      <dgm:spPr/>
    </dgm:pt>
    <dgm:pt modelId="{E9C66E33-930D-4090-B26A-F6587F8D19FE}" type="pres">
      <dgm:prSet presAssocID="{A36B32F0-C65B-45C2-89D8-2BFE1B7C667E}" presName="parentLin" presStyleCnt="0"/>
      <dgm:spPr/>
    </dgm:pt>
    <dgm:pt modelId="{4D77889B-EF48-4A95-A673-AE7F8C539EED}" type="pres">
      <dgm:prSet presAssocID="{A36B32F0-C65B-45C2-89D8-2BFE1B7C667E}" presName="parentLeftMargin" presStyleLbl="node1" presStyleIdx="1" presStyleCnt="4"/>
      <dgm:spPr/>
    </dgm:pt>
    <dgm:pt modelId="{8E0C8CA0-C64F-40FD-A40A-B092E52AC2DB}" type="pres">
      <dgm:prSet presAssocID="{A36B32F0-C65B-45C2-89D8-2BFE1B7C667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8400C58-37E1-4DEA-B807-758F481EA4CE}" type="pres">
      <dgm:prSet presAssocID="{A36B32F0-C65B-45C2-89D8-2BFE1B7C667E}" presName="negativeSpace" presStyleCnt="0"/>
      <dgm:spPr/>
    </dgm:pt>
    <dgm:pt modelId="{D930A2C6-8C18-4218-B05B-02AD833CF2E0}" type="pres">
      <dgm:prSet presAssocID="{A36B32F0-C65B-45C2-89D8-2BFE1B7C667E}" presName="childText" presStyleLbl="conFgAcc1" presStyleIdx="2" presStyleCnt="4">
        <dgm:presLayoutVars>
          <dgm:bulletEnabled val="1"/>
        </dgm:presLayoutVars>
      </dgm:prSet>
      <dgm:spPr/>
    </dgm:pt>
    <dgm:pt modelId="{87BC4F5B-4E75-411E-8C5C-F43E04F6B56D}" type="pres">
      <dgm:prSet presAssocID="{93B67009-5D5F-4B66-A6B0-B6A5947A1505}" presName="spaceBetweenRectangles" presStyleCnt="0"/>
      <dgm:spPr/>
    </dgm:pt>
    <dgm:pt modelId="{09AECCCF-E327-4E61-9574-AF8F71A4C770}" type="pres">
      <dgm:prSet presAssocID="{F30F8004-C1EE-449C-85EE-A18B53C637E4}" presName="parentLin" presStyleCnt="0"/>
      <dgm:spPr/>
    </dgm:pt>
    <dgm:pt modelId="{E459E139-1B9D-4BAD-86CB-6D3AE309AFFC}" type="pres">
      <dgm:prSet presAssocID="{F30F8004-C1EE-449C-85EE-A18B53C637E4}" presName="parentLeftMargin" presStyleLbl="node1" presStyleIdx="2" presStyleCnt="4"/>
      <dgm:spPr/>
    </dgm:pt>
    <dgm:pt modelId="{B3879191-5ECC-479E-A40A-1C263F404E3B}" type="pres">
      <dgm:prSet presAssocID="{F30F8004-C1EE-449C-85EE-A18B53C637E4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D5E7E4D-0522-424F-A0BD-C01BB7958D56}" type="pres">
      <dgm:prSet presAssocID="{F30F8004-C1EE-449C-85EE-A18B53C637E4}" presName="negativeSpace" presStyleCnt="0"/>
      <dgm:spPr/>
    </dgm:pt>
    <dgm:pt modelId="{C2B76593-80FE-4F0B-98C6-039AD0DD4DA0}" type="pres">
      <dgm:prSet presAssocID="{F30F8004-C1EE-449C-85EE-A18B53C637E4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07F80113-0560-4495-B25C-38B35B0312FC}" srcId="{2E4E1C8D-4854-435B-9EB8-A084EBC4E029}" destId="{F30F8004-C1EE-449C-85EE-A18B53C637E4}" srcOrd="3" destOrd="0" parTransId="{F915BD11-1BC5-49DA-B1A7-4E66B9D36EB1}" sibTransId="{53B5A91B-6F27-47F0-98BB-0FDBD4F90261}"/>
    <dgm:cxn modelId="{26E41F13-DB39-4241-A9B9-A3D41136E69A}" type="presOf" srcId="{F30F8004-C1EE-449C-85EE-A18B53C637E4}" destId="{B3879191-5ECC-479E-A40A-1C263F404E3B}" srcOrd="1" destOrd="0" presId="urn:microsoft.com/office/officeart/2005/8/layout/list1"/>
    <dgm:cxn modelId="{AF28F815-F2B2-4939-869D-12E96CC4EEF2}" type="presOf" srcId="{C00C0586-21E6-42E4-95E0-C0C5A2915D37}" destId="{C2B76593-80FE-4F0B-98C6-039AD0DD4DA0}" srcOrd="0" destOrd="2" presId="urn:microsoft.com/office/officeart/2005/8/layout/list1"/>
    <dgm:cxn modelId="{EEB40B16-A84E-46CD-9273-05AC60665B31}" type="presOf" srcId="{C95F4578-723E-4E6C-8937-C4FB6454A781}" destId="{6D6695F5-E0EE-408C-A64D-4328499E7787}" srcOrd="0" destOrd="0" presId="urn:microsoft.com/office/officeart/2005/8/layout/list1"/>
    <dgm:cxn modelId="{A147E11E-71DD-491E-96A4-47DAEC993BB2}" type="presOf" srcId="{F7A9DC4A-9983-4B59-BB5B-7414E153B566}" destId="{629F6A8E-91B0-46D1-AF97-B1AAC9D69D4F}" srcOrd="1" destOrd="0" presId="urn:microsoft.com/office/officeart/2005/8/layout/list1"/>
    <dgm:cxn modelId="{6BCEEF5E-86A0-4502-A50C-C9A58587C9A5}" srcId="{F30F8004-C1EE-449C-85EE-A18B53C637E4}" destId="{56824F06-4F3A-45BA-B8CB-5BF6EEDF9C26}" srcOrd="1" destOrd="0" parTransId="{134D3BF4-AFB4-490A-A763-B0128872CB2E}" sibTransId="{0BFC2FCD-8961-48CD-9115-192639AB427E}"/>
    <dgm:cxn modelId="{ABE51662-799C-419B-AB26-6214B202ED40}" type="presOf" srcId="{F7A9DC4A-9983-4B59-BB5B-7414E153B566}" destId="{B9372B7C-E8BA-4E35-97F1-1B610259FB85}" srcOrd="0" destOrd="0" presId="urn:microsoft.com/office/officeart/2005/8/layout/list1"/>
    <dgm:cxn modelId="{E73F5343-3158-4D2E-BB8D-B8767D3B5360}" type="presOf" srcId="{F30F8004-C1EE-449C-85EE-A18B53C637E4}" destId="{E459E139-1B9D-4BAD-86CB-6D3AE309AFFC}" srcOrd="0" destOrd="0" presId="urn:microsoft.com/office/officeart/2005/8/layout/list1"/>
    <dgm:cxn modelId="{89E9E966-8FB1-4337-A272-27A7BCBAFAD3}" srcId="{2E4E1C8D-4854-435B-9EB8-A084EBC4E029}" destId="{A36B32F0-C65B-45C2-89D8-2BFE1B7C667E}" srcOrd="2" destOrd="0" parTransId="{B3EBE64F-9E99-4353-A138-F65EE1148654}" sibTransId="{93B67009-5D5F-4B66-A6B0-B6A5947A1505}"/>
    <dgm:cxn modelId="{E76C0E67-35C3-4A4C-AFF5-EB92AF0E36D9}" type="presOf" srcId="{D7DCA8CE-A1E7-4FA4-86F4-93D9C1B35918}" destId="{D930A2C6-8C18-4218-B05B-02AD833CF2E0}" srcOrd="0" destOrd="1" presId="urn:microsoft.com/office/officeart/2005/8/layout/list1"/>
    <dgm:cxn modelId="{3B6A4E85-8B6C-4569-81A7-ED85D455ACEB}" srcId="{2E4E1C8D-4854-435B-9EB8-A084EBC4E029}" destId="{C95F4578-723E-4E6C-8937-C4FB6454A781}" srcOrd="1" destOrd="0" parTransId="{EAFBDC56-5710-482F-87E8-8B34E17F1041}" sibTransId="{D49D9F2B-CC21-4ED3-8F30-7C7E0BD9D9BB}"/>
    <dgm:cxn modelId="{847CF786-37B5-4B81-A2DB-F2B82CB3CB00}" srcId="{A36B32F0-C65B-45C2-89D8-2BFE1B7C667E}" destId="{D7DCA8CE-A1E7-4FA4-86F4-93D9C1B35918}" srcOrd="1" destOrd="0" parTransId="{ED4051F9-AD63-459C-A2F7-95C30016EFE1}" sibTransId="{47128088-0316-419D-945D-B48D2ACE1720}"/>
    <dgm:cxn modelId="{54D9DE97-05CC-4492-84AD-9216BC448DCB}" type="presOf" srcId="{A36B32F0-C65B-45C2-89D8-2BFE1B7C667E}" destId="{8E0C8CA0-C64F-40FD-A40A-B092E52AC2DB}" srcOrd="1" destOrd="0" presId="urn:microsoft.com/office/officeart/2005/8/layout/list1"/>
    <dgm:cxn modelId="{D636FE9C-B173-4F71-B15F-94562BE5037A}" srcId="{F30F8004-C1EE-449C-85EE-A18B53C637E4}" destId="{C744FECC-88D4-4FC9-B87C-B5D9AD35432A}" srcOrd="0" destOrd="0" parTransId="{86031749-65B2-4BA5-9B0E-885D2F7E1DBE}" sibTransId="{3CC04C39-D347-4EBC-B572-91CB15045FE6}"/>
    <dgm:cxn modelId="{DD8C6CA0-A51A-4C00-A9C1-0E2588DAECF8}" type="presOf" srcId="{C95F4578-723E-4E6C-8937-C4FB6454A781}" destId="{A0CF7323-4EC2-43BD-BB08-94E9A7538435}" srcOrd="1" destOrd="0" presId="urn:microsoft.com/office/officeart/2005/8/layout/list1"/>
    <dgm:cxn modelId="{E8AE05A1-C6B7-4763-A4F0-D532D60EF29E}" type="presOf" srcId="{2E4E1C8D-4854-435B-9EB8-A084EBC4E029}" destId="{88C3B83A-B43E-4C65-9AAB-FECE36BB9F29}" srcOrd="0" destOrd="0" presId="urn:microsoft.com/office/officeart/2005/8/layout/list1"/>
    <dgm:cxn modelId="{528B62A7-B20C-4FB5-868F-91C22D05C1FC}" srcId="{F30F8004-C1EE-449C-85EE-A18B53C637E4}" destId="{C00C0586-21E6-42E4-95E0-C0C5A2915D37}" srcOrd="2" destOrd="0" parTransId="{DCE68876-52EC-471B-B588-56AC3984B494}" sibTransId="{99E68EDE-A902-410A-8CF6-86ECAFF4A023}"/>
    <dgm:cxn modelId="{C5BC36AB-EC8A-44DC-8789-854C89B4E625}" type="presOf" srcId="{A36B32F0-C65B-45C2-89D8-2BFE1B7C667E}" destId="{4D77889B-EF48-4A95-A673-AE7F8C539EED}" srcOrd="0" destOrd="0" presId="urn:microsoft.com/office/officeart/2005/8/layout/list1"/>
    <dgm:cxn modelId="{B478DAB1-1E49-4534-8F6E-4A00E693A6A6}" type="presOf" srcId="{C744FECC-88D4-4FC9-B87C-B5D9AD35432A}" destId="{C2B76593-80FE-4F0B-98C6-039AD0DD4DA0}" srcOrd="0" destOrd="0" presId="urn:microsoft.com/office/officeart/2005/8/layout/list1"/>
    <dgm:cxn modelId="{BD5F87D2-595B-4361-85FE-42A111A22240}" srcId="{2E4E1C8D-4854-435B-9EB8-A084EBC4E029}" destId="{F7A9DC4A-9983-4B59-BB5B-7414E153B566}" srcOrd="0" destOrd="0" parTransId="{2930CBE6-CF71-4887-8B0B-A41A48C0267B}" sibTransId="{0E505DFE-4794-45B9-8F2F-897F9B3575DB}"/>
    <dgm:cxn modelId="{8D3697DA-B58E-4ADB-B72C-4B43A8A90CCF}" type="presOf" srcId="{69C0F5A3-00D7-4504-835F-F547455F9F82}" destId="{D930A2C6-8C18-4218-B05B-02AD833CF2E0}" srcOrd="0" destOrd="0" presId="urn:microsoft.com/office/officeart/2005/8/layout/list1"/>
    <dgm:cxn modelId="{17397FF4-77A1-4F76-AB28-C13E5BA5A20F}" type="presOf" srcId="{56824F06-4F3A-45BA-B8CB-5BF6EEDF9C26}" destId="{C2B76593-80FE-4F0B-98C6-039AD0DD4DA0}" srcOrd="0" destOrd="1" presId="urn:microsoft.com/office/officeart/2005/8/layout/list1"/>
    <dgm:cxn modelId="{ECBA9FF4-4D6D-4F21-BE2B-5846D4178C31}" srcId="{A36B32F0-C65B-45C2-89D8-2BFE1B7C667E}" destId="{69C0F5A3-00D7-4504-835F-F547455F9F82}" srcOrd="0" destOrd="0" parTransId="{D3F09BCF-5FB2-45AE-92FE-1EAE8AA35F61}" sibTransId="{6193B176-C3BC-47EF-A303-FFF5CD9040AC}"/>
    <dgm:cxn modelId="{42CD023B-7117-4099-9B14-CA38581C390E}" type="presParOf" srcId="{88C3B83A-B43E-4C65-9AAB-FECE36BB9F29}" destId="{BE1C8043-7CCC-427E-90E5-0F725300C8A6}" srcOrd="0" destOrd="0" presId="urn:microsoft.com/office/officeart/2005/8/layout/list1"/>
    <dgm:cxn modelId="{A0D31503-8479-4086-BEA0-850A032E2B96}" type="presParOf" srcId="{BE1C8043-7CCC-427E-90E5-0F725300C8A6}" destId="{B9372B7C-E8BA-4E35-97F1-1B610259FB85}" srcOrd="0" destOrd="0" presId="urn:microsoft.com/office/officeart/2005/8/layout/list1"/>
    <dgm:cxn modelId="{C1B155C3-94C8-40D5-B657-F09E15364F8E}" type="presParOf" srcId="{BE1C8043-7CCC-427E-90E5-0F725300C8A6}" destId="{629F6A8E-91B0-46D1-AF97-B1AAC9D69D4F}" srcOrd="1" destOrd="0" presId="urn:microsoft.com/office/officeart/2005/8/layout/list1"/>
    <dgm:cxn modelId="{72977D1A-4D6E-4631-AD46-40EA83AEE3CC}" type="presParOf" srcId="{88C3B83A-B43E-4C65-9AAB-FECE36BB9F29}" destId="{52417C36-1DA8-4C32-9D6D-254FB6A2AADA}" srcOrd="1" destOrd="0" presId="urn:microsoft.com/office/officeart/2005/8/layout/list1"/>
    <dgm:cxn modelId="{ACD54344-0B85-4203-B8DC-892EF8F2947F}" type="presParOf" srcId="{88C3B83A-B43E-4C65-9AAB-FECE36BB9F29}" destId="{8F2B7B2C-9D68-48CC-BA2D-AFFBE9EAE7AA}" srcOrd="2" destOrd="0" presId="urn:microsoft.com/office/officeart/2005/8/layout/list1"/>
    <dgm:cxn modelId="{D0E1DC7A-6C83-45ED-9DF0-D17682E1D68D}" type="presParOf" srcId="{88C3B83A-B43E-4C65-9AAB-FECE36BB9F29}" destId="{25E5692E-B9A4-416E-91B3-33D2207CC290}" srcOrd="3" destOrd="0" presId="urn:microsoft.com/office/officeart/2005/8/layout/list1"/>
    <dgm:cxn modelId="{F2992334-3A18-494E-8B4F-1EC4D81CC482}" type="presParOf" srcId="{88C3B83A-B43E-4C65-9AAB-FECE36BB9F29}" destId="{C078068E-8BC2-413E-8F5B-7AE3977AE53F}" srcOrd="4" destOrd="0" presId="urn:microsoft.com/office/officeart/2005/8/layout/list1"/>
    <dgm:cxn modelId="{6C53F9DE-C290-4214-9811-6D49C57647D4}" type="presParOf" srcId="{C078068E-8BC2-413E-8F5B-7AE3977AE53F}" destId="{6D6695F5-E0EE-408C-A64D-4328499E7787}" srcOrd="0" destOrd="0" presId="urn:microsoft.com/office/officeart/2005/8/layout/list1"/>
    <dgm:cxn modelId="{EF5A5ECC-5BFC-4F3C-A980-389A12256E50}" type="presParOf" srcId="{C078068E-8BC2-413E-8F5B-7AE3977AE53F}" destId="{A0CF7323-4EC2-43BD-BB08-94E9A7538435}" srcOrd="1" destOrd="0" presId="urn:microsoft.com/office/officeart/2005/8/layout/list1"/>
    <dgm:cxn modelId="{58C9B4A0-58B4-4307-A052-C959BDFC65E7}" type="presParOf" srcId="{88C3B83A-B43E-4C65-9AAB-FECE36BB9F29}" destId="{6951B7C7-B14D-4C75-A55C-605A31686CAE}" srcOrd="5" destOrd="0" presId="urn:microsoft.com/office/officeart/2005/8/layout/list1"/>
    <dgm:cxn modelId="{83FA127E-FA14-4786-BDD9-29078B839FF3}" type="presParOf" srcId="{88C3B83A-B43E-4C65-9AAB-FECE36BB9F29}" destId="{B6A43949-CA12-4F6A-A0D1-D88EF9005B96}" srcOrd="6" destOrd="0" presId="urn:microsoft.com/office/officeart/2005/8/layout/list1"/>
    <dgm:cxn modelId="{C0B33882-89DB-4876-A885-6BCC4ED20AA6}" type="presParOf" srcId="{88C3B83A-B43E-4C65-9AAB-FECE36BB9F29}" destId="{7235CC36-3675-4892-8D67-0227A9B8D345}" srcOrd="7" destOrd="0" presId="urn:microsoft.com/office/officeart/2005/8/layout/list1"/>
    <dgm:cxn modelId="{34F1390C-A01D-4E12-87AB-5E1FC2038EA5}" type="presParOf" srcId="{88C3B83A-B43E-4C65-9AAB-FECE36BB9F29}" destId="{E9C66E33-930D-4090-B26A-F6587F8D19FE}" srcOrd="8" destOrd="0" presId="urn:microsoft.com/office/officeart/2005/8/layout/list1"/>
    <dgm:cxn modelId="{A19F4B55-6A0B-41C9-A413-333834B264DE}" type="presParOf" srcId="{E9C66E33-930D-4090-B26A-F6587F8D19FE}" destId="{4D77889B-EF48-4A95-A673-AE7F8C539EED}" srcOrd="0" destOrd="0" presId="urn:microsoft.com/office/officeart/2005/8/layout/list1"/>
    <dgm:cxn modelId="{70A52851-374F-408B-B28E-967815701045}" type="presParOf" srcId="{E9C66E33-930D-4090-B26A-F6587F8D19FE}" destId="{8E0C8CA0-C64F-40FD-A40A-B092E52AC2DB}" srcOrd="1" destOrd="0" presId="urn:microsoft.com/office/officeart/2005/8/layout/list1"/>
    <dgm:cxn modelId="{586A5E51-6F64-4895-8DEC-740B31A8AD77}" type="presParOf" srcId="{88C3B83A-B43E-4C65-9AAB-FECE36BB9F29}" destId="{78400C58-37E1-4DEA-B807-758F481EA4CE}" srcOrd="9" destOrd="0" presId="urn:microsoft.com/office/officeart/2005/8/layout/list1"/>
    <dgm:cxn modelId="{8EF865AA-5AA6-45A7-8F20-116D68F0F7F1}" type="presParOf" srcId="{88C3B83A-B43E-4C65-9AAB-FECE36BB9F29}" destId="{D930A2C6-8C18-4218-B05B-02AD833CF2E0}" srcOrd="10" destOrd="0" presId="urn:microsoft.com/office/officeart/2005/8/layout/list1"/>
    <dgm:cxn modelId="{0A4C4082-4FAE-4D4A-B9F9-85B9D57DA87F}" type="presParOf" srcId="{88C3B83A-B43E-4C65-9AAB-FECE36BB9F29}" destId="{87BC4F5B-4E75-411E-8C5C-F43E04F6B56D}" srcOrd="11" destOrd="0" presId="urn:microsoft.com/office/officeart/2005/8/layout/list1"/>
    <dgm:cxn modelId="{027B4DD2-A798-45D5-80D5-5E9508667A79}" type="presParOf" srcId="{88C3B83A-B43E-4C65-9AAB-FECE36BB9F29}" destId="{09AECCCF-E327-4E61-9574-AF8F71A4C770}" srcOrd="12" destOrd="0" presId="urn:microsoft.com/office/officeart/2005/8/layout/list1"/>
    <dgm:cxn modelId="{256584DE-758E-4B11-ABD9-71FE98B53201}" type="presParOf" srcId="{09AECCCF-E327-4E61-9574-AF8F71A4C770}" destId="{E459E139-1B9D-4BAD-86CB-6D3AE309AFFC}" srcOrd="0" destOrd="0" presId="urn:microsoft.com/office/officeart/2005/8/layout/list1"/>
    <dgm:cxn modelId="{D531646B-56D7-4FF7-83A7-C3FA29B2C6DD}" type="presParOf" srcId="{09AECCCF-E327-4E61-9574-AF8F71A4C770}" destId="{B3879191-5ECC-479E-A40A-1C263F404E3B}" srcOrd="1" destOrd="0" presId="urn:microsoft.com/office/officeart/2005/8/layout/list1"/>
    <dgm:cxn modelId="{7F63ECDA-24EE-4C89-BB43-2B9AF73053C8}" type="presParOf" srcId="{88C3B83A-B43E-4C65-9AAB-FECE36BB9F29}" destId="{0D5E7E4D-0522-424F-A0BD-C01BB7958D56}" srcOrd="13" destOrd="0" presId="urn:microsoft.com/office/officeart/2005/8/layout/list1"/>
    <dgm:cxn modelId="{B7210CAD-F40B-4BFD-81C5-6187FD647ADD}" type="presParOf" srcId="{88C3B83A-B43E-4C65-9AAB-FECE36BB9F29}" destId="{C2B76593-80FE-4F0B-98C6-039AD0DD4DA0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87243A0-FF2D-46EB-8DF3-F15D6AF463D1}" type="doc">
      <dgm:prSet loTypeId="urn:microsoft.com/office/officeart/2018/2/layout/IconVerticalSolidList" loCatId="icon" qsTypeId="urn:microsoft.com/office/officeart/2005/8/quickstyle/simple1#66" qsCatId="simple" csTypeId="urn:microsoft.com/office/officeart/2005/8/colors/accent2_2#45" csCatId="accent2" phldr="1"/>
      <dgm:spPr/>
      <dgm:t>
        <a:bodyPr/>
        <a:lstStyle/>
        <a:p>
          <a:endParaRPr lang="en-US"/>
        </a:p>
      </dgm:t>
    </dgm:pt>
    <dgm:pt modelId="{AE0C286A-D409-4E50-8423-58B75E4FD5D9}">
      <dgm:prSet/>
      <dgm:spPr/>
      <dgm:t>
        <a:bodyPr/>
        <a:lstStyle/>
        <a:p>
          <a:r>
            <a:rPr lang="en-US"/>
            <a:t>Gallbladder was contracted with mildly thickened wall and no internal sludge </a:t>
          </a:r>
          <a:br>
            <a:rPr lang="en-US"/>
          </a:br>
          <a:r>
            <a:rPr lang="en-US"/>
            <a:t>no pericholecystic inflammatory changes </a:t>
          </a:r>
        </a:p>
      </dgm:t>
    </dgm:pt>
    <dgm:pt modelId="{F7BF3F84-D63B-4183-8FC5-B304238CAC98}" type="parTrans" cxnId="{1F8998D3-C916-440D-B106-5119045FF8F1}">
      <dgm:prSet/>
      <dgm:spPr/>
      <dgm:t>
        <a:bodyPr/>
        <a:lstStyle/>
        <a:p>
          <a:endParaRPr lang="en-US"/>
        </a:p>
      </dgm:t>
    </dgm:pt>
    <dgm:pt modelId="{1321A6B8-0250-4E07-AA03-C98377E79033}" type="sibTrans" cxnId="{1F8998D3-C916-440D-B106-5119045FF8F1}">
      <dgm:prSet/>
      <dgm:spPr/>
      <dgm:t>
        <a:bodyPr/>
        <a:lstStyle/>
        <a:p>
          <a:endParaRPr lang="en-US"/>
        </a:p>
      </dgm:t>
    </dgm:pt>
    <dgm:pt modelId="{0F60E27D-6419-41B7-BC22-BA3E2566731F}">
      <dgm:prSet/>
      <dgm:spPr/>
      <dgm:t>
        <a:bodyPr/>
        <a:lstStyle/>
        <a:p>
          <a:r>
            <a:rPr lang="en-US"/>
            <a:t>Impression: findings suggestive of chronic cholecystitis </a:t>
          </a:r>
        </a:p>
      </dgm:t>
    </dgm:pt>
    <dgm:pt modelId="{CD94F660-1571-431F-AC3F-9C77A680B58F}" type="parTrans" cxnId="{37EDA151-1394-4C74-ABED-333537E18972}">
      <dgm:prSet/>
      <dgm:spPr/>
      <dgm:t>
        <a:bodyPr/>
        <a:lstStyle/>
        <a:p>
          <a:endParaRPr lang="en-US"/>
        </a:p>
      </dgm:t>
    </dgm:pt>
    <dgm:pt modelId="{643E9D5A-9E4E-461E-87FC-021926BCF884}" type="sibTrans" cxnId="{37EDA151-1394-4C74-ABED-333537E18972}">
      <dgm:prSet/>
      <dgm:spPr/>
      <dgm:t>
        <a:bodyPr/>
        <a:lstStyle/>
        <a:p>
          <a:endParaRPr lang="en-US"/>
        </a:p>
      </dgm:t>
    </dgm:pt>
    <dgm:pt modelId="{001BCD5C-F5C8-49A8-98EB-41DB0E83F6FD}" type="pres">
      <dgm:prSet presAssocID="{787243A0-FF2D-46EB-8DF3-F15D6AF463D1}" presName="root" presStyleCnt="0">
        <dgm:presLayoutVars>
          <dgm:dir/>
          <dgm:resizeHandles val="exact"/>
        </dgm:presLayoutVars>
      </dgm:prSet>
      <dgm:spPr/>
    </dgm:pt>
    <dgm:pt modelId="{6D1FF911-095E-47D8-B059-0CF54AB1ECFE}" type="pres">
      <dgm:prSet presAssocID="{AE0C286A-D409-4E50-8423-58B75E4FD5D9}" presName="compNode" presStyleCnt="0"/>
      <dgm:spPr/>
    </dgm:pt>
    <dgm:pt modelId="{D0543536-D00D-4E4D-A2FD-6FC9DF70C025}" type="pres">
      <dgm:prSet presAssocID="{AE0C286A-D409-4E50-8423-58B75E4FD5D9}" presName="bgRect" presStyleLbl="bgShp" presStyleIdx="0" presStyleCnt="2"/>
      <dgm:spPr/>
    </dgm:pt>
    <dgm:pt modelId="{0AC6D107-06FA-4A6B-BF6B-84D970D079A0}" type="pres">
      <dgm:prSet presAssocID="{AE0C286A-D409-4E50-8423-58B75E4FD5D9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dney"/>
        </a:ext>
      </dgm:extLst>
    </dgm:pt>
    <dgm:pt modelId="{D8636DF9-3FB2-4529-8D56-DCAB39179AB1}" type="pres">
      <dgm:prSet presAssocID="{AE0C286A-D409-4E50-8423-58B75E4FD5D9}" presName="spaceRect" presStyleCnt="0"/>
      <dgm:spPr/>
    </dgm:pt>
    <dgm:pt modelId="{5E952473-0F18-4167-8292-2D70E9D2247B}" type="pres">
      <dgm:prSet presAssocID="{AE0C286A-D409-4E50-8423-58B75E4FD5D9}" presName="parTx" presStyleLbl="revTx" presStyleIdx="0" presStyleCnt="2">
        <dgm:presLayoutVars>
          <dgm:chMax val="0"/>
          <dgm:chPref val="0"/>
        </dgm:presLayoutVars>
      </dgm:prSet>
      <dgm:spPr/>
    </dgm:pt>
    <dgm:pt modelId="{4F852D4A-C412-4A28-BC1E-E15DE8D94737}" type="pres">
      <dgm:prSet presAssocID="{1321A6B8-0250-4E07-AA03-C98377E79033}" presName="sibTrans" presStyleCnt="0"/>
      <dgm:spPr/>
    </dgm:pt>
    <dgm:pt modelId="{52172D9A-19A5-46A5-A618-BD3C15FE81EA}" type="pres">
      <dgm:prSet presAssocID="{0F60E27D-6419-41B7-BC22-BA3E2566731F}" presName="compNode" presStyleCnt="0"/>
      <dgm:spPr/>
    </dgm:pt>
    <dgm:pt modelId="{673E5C9F-00D7-48FC-A1F4-7E6664C38A1B}" type="pres">
      <dgm:prSet presAssocID="{0F60E27D-6419-41B7-BC22-BA3E2566731F}" presName="bgRect" presStyleLbl="bgShp" presStyleIdx="1" presStyleCnt="2"/>
      <dgm:spPr/>
    </dgm:pt>
    <dgm:pt modelId="{BA8C2777-4CB4-469B-B56C-0AD42F25E99B}" type="pres">
      <dgm:prSet presAssocID="{0F60E27D-6419-41B7-BC22-BA3E2566731F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F1EFE21D-D2B3-47DB-9100-4687B308FAD1}" type="pres">
      <dgm:prSet presAssocID="{0F60E27D-6419-41B7-BC22-BA3E2566731F}" presName="spaceRect" presStyleCnt="0"/>
      <dgm:spPr/>
    </dgm:pt>
    <dgm:pt modelId="{AB106103-C306-4CAB-B956-B841F4A6C737}" type="pres">
      <dgm:prSet presAssocID="{0F60E27D-6419-41B7-BC22-BA3E2566731F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60A2507-6DCE-4CE0-8345-59F85B662758}" type="presOf" srcId="{AE0C286A-D409-4E50-8423-58B75E4FD5D9}" destId="{5E952473-0F18-4167-8292-2D70E9D2247B}" srcOrd="0" destOrd="0" presId="urn:microsoft.com/office/officeart/2018/2/layout/IconVerticalSolidList"/>
    <dgm:cxn modelId="{43E50846-ACFB-4DE6-B613-E45CB74F68DD}" type="presOf" srcId="{787243A0-FF2D-46EB-8DF3-F15D6AF463D1}" destId="{001BCD5C-F5C8-49A8-98EB-41DB0E83F6FD}" srcOrd="0" destOrd="0" presId="urn:microsoft.com/office/officeart/2018/2/layout/IconVerticalSolidList"/>
    <dgm:cxn modelId="{37EDA151-1394-4C74-ABED-333537E18972}" srcId="{787243A0-FF2D-46EB-8DF3-F15D6AF463D1}" destId="{0F60E27D-6419-41B7-BC22-BA3E2566731F}" srcOrd="1" destOrd="0" parTransId="{CD94F660-1571-431F-AC3F-9C77A680B58F}" sibTransId="{643E9D5A-9E4E-461E-87FC-021926BCF884}"/>
    <dgm:cxn modelId="{71CAF477-8742-4836-848D-32FE34E28BC0}" type="presOf" srcId="{0F60E27D-6419-41B7-BC22-BA3E2566731F}" destId="{AB106103-C306-4CAB-B956-B841F4A6C737}" srcOrd="0" destOrd="0" presId="urn:microsoft.com/office/officeart/2018/2/layout/IconVerticalSolidList"/>
    <dgm:cxn modelId="{1F8998D3-C916-440D-B106-5119045FF8F1}" srcId="{787243A0-FF2D-46EB-8DF3-F15D6AF463D1}" destId="{AE0C286A-D409-4E50-8423-58B75E4FD5D9}" srcOrd="0" destOrd="0" parTransId="{F7BF3F84-D63B-4183-8FC5-B304238CAC98}" sibTransId="{1321A6B8-0250-4E07-AA03-C98377E79033}"/>
    <dgm:cxn modelId="{ED68FCBB-469C-4A3D-95F3-F704AE788352}" type="presParOf" srcId="{001BCD5C-F5C8-49A8-98EB-41DB0E83F6FD}" destId="{6D1FF911-095E-47D8-B059-0CF54AB1ECFE}" srcOrd="0" destOrd="0" presId="urn:microsoft.com/office/officeart/2018/2/layout/IconVerticalSolidList"/>
    <dgm:cxn modelId="{47258328-15CA-41B0-AFDE-389227C8DD37}" type="presParOf" srcId="{6D1FF911-095E-47D8-B059-0CF54AB1ECFE}" destId="{D0543536-D00D-4E4D-A2FD-6FC9DF70C025}" srcOrd="0" destOrd="0" presId="urn:microsoft.com/office/officeart/2018/2/layout/IconVerticalSolidList"/>
    <dgm:cxn modelId="{58CE391C-80B0-4F7D-B56C-C0DDB19A85E8}" type="presParOf" srcId="{6D1FF911-095E-47D8-B059-0CF54AB1ECFE}" destId="{0AC6D107-06FA-4A6B-BF6B-84D970D079A0}" srcOrd="1" destOrd="0" presId="urn:microsoft.com/office/officeart/2018/2/layout/IconVerticalSolidList"/>
    <dgm:cxn modelId="{B6560496-919A-4DD9-AAF6-7695C6B1A606}" type="presParOf" srcId="{6D1FF911-095E-47D8-B059-0CF54AB1ECFE}" destId="{D8636DF9-3FB2-4529-8D56-DCAB39179AB1}" srcOrd="2" destOrd="0" presId="urn:microsoft.com/office/officeart/2018/2/layout/IconVerticalSolidList"/>
    <dgm:cxn modelId="{B29544F0-57D1-4CCB-AFD2-CE6A01AF5C1E}" type="presParOf" srcId="{6D1FF911-095E-47D8-B059-0CF54AB1ECFE}" destId="{5E952473-0F18-4167-8292-2D70E9D2247B}" srcOrd="3" destOrd="0" presId="urn:microsoft.com/office/officeart/2018/2/layout/IconVerticalSolidList"/>
    <dgm:cxn modelId="{8C2494E6-3229-4F3A-8DFE-149A694E3ABA}" type="presParOf" srcId="{001BCD5C-F5C8-49A8-98EB-41DB0E83F6FD}" destId="{4F852D4A-C412-4A28-BC1E-E15DE8D94737}" srcOrd="1" destOrd="0" presId="urn:microsoft.com/office/officeart/2018/2/layout/IconVerticalSolidList"/>
    <dgm:cxn modelId="{A3FFA187-EA80-41BB-92B2-FCF7E2F0E537}" type="presParOf" srcId="{001BCD5C-F5C8-49A8-98EB-41DB0E83F6FD}" destId="{52172D9A-19A5-46A5-A618-BD3C15FE81EA}" srcOrd="2" destOrd="0" presId="urn:microsoft.com/office/officeart/2018/2/layout/IconVerticalSolidList"/>
    <dgm:cxn modelId="{9E88DBBB-D301-4D08-88FF-0AA7F271F6F4}" type="presParOf" srcId="{52172D9A-19A5-46A5-A618-BD3C15FE81EA}" destId="{673E5C9F-00D7-48FC-A1F4-7E6664C38A1B}" srcOrd="0" destOrd="0" presId="urn:microsoft.com/office/officeart/2018/2/layout/IconVerticalSolidList"/>
    <dgm:cxn modelId="{8B07A134-D6AC-45E8-AFF6-053DB72BB6F5}" type="presParOf" srcId="{52172D9A-19A5-46A5-A618-BD3C15FE81EA}" destId="{BA8C2777-4CB4-469B-B56C-0AD42F25E99B}" srcOrd="1" destOrd="0" presId="urn:microsoft.com/office/officeart/2018/2/layout/IconVerticalSolidList"/>
    <dgm:cxn modelId="{EB60853B-BF30-4B63-B1AC-2E4AED1750A4}" type="presParOf" srcId="{52172D9A-19A5-46A5-A618-BD3C15FE81EA}" destId="{F1EFE21D-D2B3-47DB-9100-4687B308FAD1}" srcOrd="2" destOrd="0" presId="urn:microsoft.com/office/officeart/2018/2/layout/IconVerticalSolidList"/>
    <dgm:cxn modelId="{BB944542-3D2A-4AF6-A22A-B5C9A3BAC1F5}" type="presParOf" srcId="{52172D9A-19A5-46A5-A618-BD3C15FE81EA}" destId="{AB106103-C306-4CAB-B956-B841F4A6C73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590DEC-7A88-4548-9287-567D04ACEB64}" type="doc">
      <dgm:prSet loTypeId="urn:microsoft.com/office/officeart/2018/2/layout/IconVerticalSolidList" loCatId="icon" qsTypeId="urn:microsoft.com/office/officeart/2005/8/quickstyle/simple1#8" qsCatId="simple" csTypeId="urn:microsoft.com/office/officeart/2005/8/colors/accent2_2#8" csCatId="accent2" phldr="1"/>
      <dgm:spPr/>
      <dgm:t>
        <a:bodyPr/>
        <a:lstStyle/>
        <a:p>
          <a:endParaRPr lang="en-US"/>
        </a:p>
      </dgm:t>
    </dgm:pt>
    <dgm:pt modelId="{25A4F914-5510-47F2-8B68-361D04105267}">
      <dgm:prSet/>
      <dgm:spPr/>
      <dgm:t>
        <a:bodyPr/>
        <a:lstStyle/>
        <a:p>
          <a:r>
            <a:rPr lang="en-US"/>
            <a:t>LAPAROSCOPIC CHOLECYSTECTOMY WAS PERFORMED UNDER GENERAL ANAESTHESIA</a:t>
          </a:r>
        </a:p>
      </dgm:t>
    </dgm:pt>
    <dgm:pt modelId="{459F0D8A-F0C8-4A1E-B5CD-63CA52DF1744}" type="parTrans" cxnId="{EEA899BE-6823-4560-9B64-3446677B90C6}">
      <dgm:prSet/>
      <dgm:spPr/>
      <dgm:t>
        <a:bodyPr/>
        <a:lstStyle/>
        <a:p>
          <a:endParaRPr lang="en-US"/>
        </a:p>
      </dgm:t>
    </dgm:pt>
    <dgm:pt modelId="{5935DF4E-5F29-44AC-A08C-A510C1B83E7E}" type="sibTrans" cxnId="{EEA899BE-6823-4560-9B64-3446677B90C6}">
      <dgm:prSet/>
      <dgm:spPr/>
      <dgm:t>
        <a:bodyPr/>
        <a:lstStyle/>
        <a:p>
          <a:endParaRPr lang="en-US"/>
        </a:p>
      </dgm:t>
    </dgm:pt>
    <dgm:pt modelId="{216264FA-3440-4A6C-9755-5EE038FFF57E}">
      <dgm:prSet/>
      <dgm:spPr/>
      <dgm:t>
        <a:bodyPr/>
        <a:lstStyle/>
        <a:p>
          <a:r>
            <a:rPr lang="en-US"/>
            <a:t>Procedure: pneumoperitoneum was created and ports inserted. Gallbladder was dissected and cystic duct, artery were clipped and divided. Gallbladder was separated from liver bed and removed</a:t>
          </a:r>
        </a:p>
      </dgm:t>
    </dgm:pt>
    <dgm:pt modelId="{49FF9DA4-F511-424D-8027-CA4553696DFB}" type="parTrans" cxnId="{1C72F0C0-C709-4EF6-B542-8C743CEEA20D}">
      <dgm:prSet/>
      <dgm:spPr/>
      <dgm:t>
        <a:bodyPr/>
        <a:lstStyle/>
        <a:p>
          <a:endParaRPr lang="en-US"/>
        </a:p>
      </dgm:t>
    </dgm:pt>
    <dgm:pt modelId="{2032CAA6-FAD4-42BE-ADAB-0FFE99127FFA}" type="sibTrans" cxnId="{1C72F0C0-C709-4EF6-B542-8C743CEEA20D}">
      <dgm:prSet/>
      <dgm:spPr/>
      <dgm:t>
        <a:bodyPr/>
        <a:lstStyle/>
        <a:p>
          <a:endParaRPr lang="en-US"/>
        </a:p>
      </dgm:t>
    </dgm:pt>
    <dgm:pt modelId="{95EB658D-005C-49A0-A330-A108E613067C}" type="pres">
      <dgm:prSet presAssocID="{C3590DEC-7A88-4548-9287-567D04ACEB64}" presName="root" presStyleCnt="0">
        <dgm:presLayoutVars>
          <dgm:dir/>
          <dgm:resizeHandles val="exact"/>
        </dgm:presLayoutVars>
      </dgm:prSet>
      <dgm:spPr/>
    </dgm:pt>
    <dgm:pt modelId="{5AA9FABC-807B-49FD-8335-13DB5BC3BA81}" type="pres">
      <dgm:prSet presAssocID="{25A4F914-5510-47F2-8B68-361D04105267}" presName="compNode" presStyleCnt="0"/>
      <dgm:spPr/>
    </dgm:pt>
    <dgm:pt modelId="{FE74735F-3556-4687-8BCC-8FEBF384A25A}" type="pres">
      <dgm:prSet presAssocID="{25A4F914-5510-47F2-8B68-361D04105267}" presName="bgRect" presStyleLbl="bgShp" presStyleIdx="0" presStyleCnt="2"/>
      <dgm:spPr/>
    </dgm:pt>
    <dgm:pt modelId="{875C9F1C-2A25-4700-9AA8-25A63394BB1E}" type="pres">
      <dgm:prSet presAssocID="{25A4F914-5510-47F2-8B68-361D04105267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14FD3174-D4F3-4133-8E49-DF5B124A47DB}" type="pres">
      <dgm:prSet presAssocID="{25A4F914-5510-47F2-8B68-361D04105267}" presName="spaceRect" presStyleCnt="0"/>
      <dgm:spPr/>
    </dgm:pt>
    <dgm:pt modelId="{0DAF8F06-2000-45E7-86AA-011E5D0C8571}" type="pres">
      <dgm:prSet presAssocID="{25A4F914-5510-47F2-8B68-361D04105267}" presName="parTx" presStyleLbl="revTx" presStyleIdx="0" presStyleCnt="2">
        <dgm:presLayoutVars>
          <dgm:chMax val="0"/>
          <dgm:chPref val="0"/>
        </dgm:presLayoutVars>
      </dgm:prSet>
      <dgm:spPr/>
    </dgm:pt>
    <dgm:pt modelId="{56CAAA40-3A00-474B-ACA0-40CBC087B534}" type="pres">
      <dgm:prSet presAssocID="{5935DF4E-5F29-44AC-A08C-A510C1B83E7E}" presName="sibTrans" presStyleCnt="0"/>
      <dgm:spPr/>
    </dgm:pt>
    <dgm:pt modelId="{44972647-173F-4E7F-B598-8ACA91DCC67E}" type="pres">
      <dgm:prSet presAssocID="{216264FA-3440-4A6C-9755-5EE038FFF57E}" presName="compNode" presStyleCnt="0"/>
      <dgm:spPr/>
    </dgm:pt>
    <dgm:pt modelId="{0662D99B-33E8-4EF3-AE27-C6E20810EB15}" type="pres">
      <dgm:prSet presAssocID="{216264FA-3440-4A6C-9755-5EE038FFF57E}" presName="bgRect" presStyleLbl="bgShp" presStyleIdx="1" presStyleCnt="2"/>
      <dgm:spPr/>
    </dgm:pt>
    <dgm:pt modelId="{036377AC-B20D-4074-86DF-DB15EDBDF245}" type="pres">
      <dgm:prSet presAssocID="{216264FA-3440-4A6C-9755-5EE038FFF57E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dney"/>
        </a:ext>
      </dgm:extLst>
    </dgm:pt>
    <dgm:pt modelId="{3674E1D0-FB07-4380-BDD9-574EE9AF596F}" type="pres">
      <dgm:prSet presAssocID="{216264FA-3440-4A6C-9755-5EE038FFF57E}" presName="spaceRect" presStyleCnt="0"/>
      <dgm:spPr/>
    </dgm:pt>
    <dgm:pt modelId="{D960206A-19A5-4628-B268-82D493BE62CC}" type="pres">
      <dgm:prSet presAssocID="{216264FA-3440-4A6C-9755-5EE038FFF57E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2F650F65-38B7-47C0-AFB7-2FB4E500CB64}" type="presOf" srcId="{25A4F914-5510-47F2-8B68-361D04105267}" destId="{0DAF8F06-2000-45E7-86AA-011E5D0C8571}" srcOrd="0" destOrd="0" presId="urn:microsoft.com/office/officeart/2018/2/layout/IconVerticalSolidList"/>
    <dgm:cxn modelId="{8896D76F-4199-4C9F-9E46-7EF4A89A089E}" type="presOf" srcId="{C3590DEC-7A88-4548-9287-567D04ACEB64}" destId="{95EB658D-005C-49A0-A330-A108E613067C}" srcOrd="0" destOrd="0" presId="urn:microsoft.com/office/officeart/2018/2/layout/IconVerticalSolidList"/>
    <dgm:cxn modelId="{EEA899BE-6823-4560-9B64-3446677B90C6}" srcId="{C3590DEC-7A88-4548-9287-567D04ACEB64}" destId="{25A4F914-5510-47F2-8B68-361D04105267}" srcOrd="0" destOrd="0" parTransId="{459F0D8A-F0C8-4A1E-B5CD-63CA52DF1744}" sibTransId="{5935DF4E-5F29-44AC-A08C-A510C1B83E7E}"/>
    <dgm:cxn modelId="{1C72F0C0-C709-4EF6-B542-8C743CEEA20D}" srcId="{C3590DEC-7A88-4548-9287-567D04ACEB64}" destId="{216264FA-3440-4A6C-9755-5EE038FFF57E}" srcOrd="1" destOrd="0" parTransId="{49FF9DA4-F511-424D-8027-CA4553696DFB}" sibTransId="{2032CAA6-FAD4-42BE-ADAB-0FFE99127FFA}"/>
    <dgm:cxn modelId="{F087A4F9-27DC-4B7E-8178-38E6C87FF52B}" type="presOf" srcId="{216264FA-3440-4A6C-9755-5EE038FFF57E}" destId="{D960206A-19A5-4628-B268-82D493BE62CC}" srcOrd="0" destOrd="0" presId="urn:microsoft.com/office/officeart/2018/2/layout/IconVerticalSolidList"/>
    <dgm:cxn modelId="{C5FF65E2-0560-4812-B695-B2CC2AAF34A9}" type="presParOf" srcId="{95EB658D-005C-49A0-A330-A108E613067C}" destId="{5AA9FABC-807B-49FD-8335-13DB5BC3BA81}" srcOrd="0" destOrd="0" presId="urn:microsoft.com/office/officeart/2018/2/layout/IconVerticalSolidList"/>
    <dgm:cxn modelId="{6AECA443-51CB-4057-9DEB-726E04A47924}" type="presParOf" srcId="{5AA9FABC-807B-49FD-8335-13DB5BC3BA81}" destId="{FE74735F-3556-4687-8BCC-8FEBF384A25A}" srcOrd="0" destOrd="0" presId="urn:microsoft.com/office/officeart/2018/2/layout/IconVerticalSolidList"/>
    <dgm:cxn modelId="{F6AEC40A-35C1-48AF-B6B0-19B012097A64}" type="presParOf" srcId="{5AA9FABC-807B-49FD-8335-13DB5BC3BA81}" destId="{875C9F1C-2A25-4700-9AA8-25A63394BB1E}" srcOrd="1" destOrd="0" presId="urn:microsoft.com/office/officeart/2018/2/layout/IconVerticalSolidList"/>
    <dgm:cxn modelId="{F41B0280-E07A-42AB-A533-D95EBC35B156}" type="presParOf" srcId="{5AA9FABC-807B-49FD-8335-13DB5BC3BA81}" destId="{14FD3174-D4F3-4133-8E49-DF5B124A47DB}" srcOrd="2" destOrd="0" presId="urn:microsoft.com/office/officeart/2018/2/layout/IconVerticalSolidList"/>
    <dgm:cxn modelId="{3C1D3C03-9D22-433C-B591-76DE33EDE03A}" type="presParOf" srcId="{5AA9FABC-807B-49FD-8335-13DB5BC3BA81}" destId="{0DAF8F06-2000-45E7-86AA-011E5D0C8571}" srcOrd="3" destOrd="0" presId="urn:microsoft.com/office/officeart/2018/2/layout/IconVerticalSolidList"/>
    <dgm:cxn modelId="{7267E6E7-4A3D-4607-A200-7E4D7AC5ACB8}" type="presParOf" srcId="{95EB658D-005C-49A0-A330-A108E613067C}" destId="{56CAAA40-3A00-474B-ACA0-40CBC087B534}" srcOrd="1" destOrd="0" presId="urn:microsoft.com/office/officeart/2018/2/layout/IconVerticalSolidList"/>
    <dgm:cxn modelId="{12F1C803-320C-45D2-90B7-9244B78CA9F2}" type="presParOf" srcId="{95EB658D-005C-49A0-A330-A108E613067C}" destId="{44972647-173F-4E7F-B598-8ACA91DCC67E}" srcOrd="2" destOrd="0" presId="urn:microsoft.com/office/officeart/2018/2/layout/IconVerticalSolidList"/>
    <dgm:cxn modelId="{B3CE315D-F90C-4522-B07A-79D8254A608A}" type="presParOf" srcId="{44972647-173F-4E7F-B598-8ACA91DCC67E}" destId="{0662D99B-33E8-4EF3-AE27-C6E20810EB15}" srcOrd="0" destOrd="0" presId="urn:microsoft.com/office/officeart/2018/2/layout/IconVerticalSolidList"/>
    <dgm:cxn modelId="{5E687760-2B1A-460A-A501-26B0806BB812}" type="presParOf" srcId="{44972647-173F-4E7F-B598-8ACA91DCC67E}" destId="{036377AC-B20D-4074-86DF-DB15EDBDF245}" srcOrd="1" destOrd="0" presId="urn:microsoft.com/office/officeart/2018/2/layout/IconVerticalSolidList"/>
    <dgm:cxn modelId="{793891E9-BF04-4C6F-88F4-990F9B5C40AD}" type="presParOf" srcId="{44972647-173F-4E7F-B598-8ACA91DCC67E}" destId="{3674E1D0-FB07-4380-BDD9-574EE9AF596F}" srcOrd="2" destOrd="0" presId="urn:microsoft.com/office/officeart/2018/2/layout/IconVerticalSolidList"/>
    <dgm:cxn modelId="{2E3C6181-D2E0-4558-82FE-F2935A317123}" type="presParOf" srcId="{44972647-173F-4E7F-B598-8ACA91DCC67E}" destId="{D960206A-19A5-4628-B268-82D493BE62C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68B669-A99F-4720-BF10-7EFE5BAB49B6}">
      <dsp:nvSpPr>
        <dsp:cNvPr id="0" name=""/>
        <dsp:cNvSpPr/>
      </dsp:nvSpPr>
      <dsp:spPr>
        <a:xfrm>
          <a:off x="0" y="2693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Female sex </a:t>
          </a:r>
        </a:p>
      </dsp:txBody>
      <dsp:txXfrm>
        <a:off x="32784" y="59716"/>
        <a:ext cx="4764750" cy="606012"/>
      </dsp:txXfrm>
    </dsp:sp>
    <dsp:sp modelId="{7F585D27-C68C-42A7-9D53-D47CD4FB609B}">
      <dsp:nvSpPr>
        <dsp:cNvPr id="0" name=""/>
        <dsp:cNvSpPr/>
      </dsp:nvSpPr>
      <dsp:spPr>
        <a:xfrm>
          <a:off x="0" y="77915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Increasing age</a:t>
          </a:r>
        </a:p>
      </dsp:txBody>
      <dsp:txXfrm>
        <a:off x="32784" y="811936"/>
        <a:ext cx="4764750" cy="606012"/>
      </dsp:txXfrm>
    </dsp:sp>
    <dsp:sp modelId="{A5F71174-2F02-49D6-A575-960A06FF7D7B}">
      <dsp:nvSpPr>
        <dsp:cNvPr id="0" name=""/>
        <dsp:cNvSpPr/>
      </dsp:nvSpPr>
      <dsp:spPr>
        <a:xfrm>
          <a:off x="0" y="153137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Obesity </a:t>
          </a:r>
        </a:p>
      </dsp:txBody>
      <dsp:txXfrm>
        <a:off x="32784" y="1564156"/>
        <a:ext cx="4764750" cy="606012"/>
      </dsp:txXfrm>
    </dsp:sp>
    <dsp:sp modelId="{16332F3D-3131-4F42-8C86-3362EBDC7270}">
      <dsp:nvSpPr>
        <dsp:cNvPr id="0" name=""/>
        <dsp:cNvSpPr/>
      </dsp:nvSpPr>
      <dsp:spPr>
        <a:xfrm>
          <a:off x="0" y="228359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High fat diet</a:t>
          </a:r>
        </a:p>
      </dsp:txBody>
      <dsp:txXfrm>
        <a:off x="32784" y="2316376"/>
        <a:ext cx="4764750" cy="606012"/>
      </dsp:txXfrm>
    </dsp:sp>
    <dsp:sp modelId="{EDE9B788-189D-41D0-91A1-5545FDED7318}">
      <dsp:nvSpPr>
        <dsp:cNvPr id="0" name=""/>
        <dsp:cNvSpPr/>
      </dsp:nvSpPr>
      <dsp:spPr>
        <a:xfrm>
          <a:off x="0" y="303581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Rapid weight loss</a:t>
          </a:r>
        </a:p>
      </dsp:txBody>
      <dsp:txXfrm>
        <a:off x="32784" y="3068596"/>
        <a:ext cx="4764750" cy="606012"/>
      </dsp:txXfrm>
    </dsp:sp>
    <dsp:sp modelId="{57DB796E-DFF8-4C01-9542-A858ECCFB62E}">
      <dsp:nvSpPr>
        <dsp:cNvPr id="0" name=""/>
        <dsp:cNvSpPr/>
      </dsp:nvSpPr>
      <dsp:spPr>
        <a:xfrm>
          <a:off x="0" y="378803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Diabetes mellitus</a:t>
          </a:r>
        </a:p>
      </dsp:txBody>
      <dsp:txXfrm>
        <a:off x="32784" y="3820816"/>
        <a:ext cx="4764750" cy="606012"/>
      </dsp:txXfrm>
    </dsp:sp>
    <dsp:sp modelId="{32397BBA-97EE-4245-BD17-8BCD1BFB76EC}">
      <dsp:nvSpPr>
        <dsp:cNvPr id="0" name=""/>
        <dsp:cNvSpPr/>
      </dsp:nvSpPr>
      <dsp:spPr>
        <a:xfrm>
          <a:off x="0" y="4540252"/>
          <a:ext cx="4830318" cy="6715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Family history of gall stones</a:t>
          </a:r>
        </a:p>
      </dsp:txBody>
      <dsp:txXfrm>
        <a:off x="32784" y="4573036"/>
        <a:ext cx="4764750" cy="6060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190F0-772B-460A-BF8D-EFFD15423950}">
      <dsp:nvSpPr>
        <dsp:cNvPr id="0" name=""/>
        <dsp:cNvSpPr/>
      </dsp:nvSpPr>
      <dsp:spPr>
        <a:xfrm>
          <a:off x="0" y="1694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C657B0-9E6A-416A-AC2B-3421AE28B3D2}">
      <dsp:nvSpPr>
        <dsp:cNvPr id="0" name=""/>
        <dsp:cNvSpPr/>
      </dsp:nvSpPr>
      <dsp:spPr>
        <a:xfrm>
          <a:off x="218441" y="164171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D8C9B1-4825-4E52-9730-7EC75F5F7389}">
      <dsp:nvSpPr>
        <dsp:cNvPr id="0" name=""/>
        <dsp:cNvSpPr/>
      </dsp:nvSpPr>
      <dsp:spPr>
        <a:xfrm>
          <a:off x="834049" y="1694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History and physical examination</a:t>
          </a:r>
        </a:p>
      </dsp:txBody>
      <dsp:txXfrm>
        <a:off x="834049" y="1694"/>
        <a:ext cx="3996268" cy="722120"/>
      </dsp:txXfrm>
    </dsp:sp>
    <dsp:sp modelId="{55ED7772-60E6-4A1E-84D0-E60D77198507}">
      <dsp:nvSpPr>
        <dsp:cNvPr id="0" name=""/>
        <dsp:cNvSpPr/>
      </dsp:nvSpPr>
      <dsp:spPr>
        <a:xfrm>
          <a:off x="0" y="904345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8B566F-97C8-46CD-BA37-9220861BDD76}">
      <dsp:nvSpPr>
        <dsp:cNvPr id="0" name=""/>
        <dsp:cNvSpPr/>
      </dsp:nvSpPr>
      <dsp:spPr>
        <a:xfrm>
          <a:off x="218441" y="1066822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A43776-E73B-4E38-9E20-F3F78DE140F9}">
      <dsp:nvSpPr>
        <dsp:cNvPr id="0" name=""/>
        <dsp:cNvSpPr/>
      </dsp:nvSpPr>
      <dsp:spPr>
        <a:xfrm>
          <a:off x="834049" y="904345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Ultrasonography of abdomen and pelvis</a:t>
          </a:r>
        </a:p>
      </dsp:txBody>
      <dsp:txXfrm>
        <a:off x="834049" y="904345"/>
        <a:ext cx="3996268" cy="722120"/>
      </dsp:txXfrm>
    </dsp:sp>
    <dsp:sp modelId="{E6498477-8AA0-44AD-87C5-A7F18E4B49F3}">
      <dsp:nvSpPr>
        <dsp:cNvPr id="0" name=""/>
        <dsp:cNvSpPr/>
      </dsp:nvSpPr>
      <dsp:spPr>
        <a:xfrm>
          <a:off x="0" y="1806996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E0E91-DDB5-49B3-945A-0788D43A3FF7}">
      <dsp:nvSpPr>
        <dsp:cNvPr id="0" name=""/>
        <dsp:cNvSpPr/>
      </dsp:nvSpPr>
      <dsp:spPr>
        <a:xfrm>
          <a:off x="218441" y="1969473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C92EBD-4D0C-46FC-9909-19CC338AAE4C}">
      <dsp:nvSpPr>
        <dsp:cNvPr id="0" name=""/>
        <dsp:cNvSpPr/>
      </dsp:nvSpPr>
      <dsp:spPr>
        <a:xfrm>
          <a:off x="834049" y="1806996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Complete blood picture</a:t>
          </a:r>
        </a:p>
      </dsp:txBody>
      <dsp:txXfrm>
        <a:off x="834049" y="1806996"/>
        <a:ext cx="3996268" cy="722120"/>
      </dsp:txXfrm>
    </dsp:sp>
    <dsp:sp modelId="{15A04358-A435-4A6C-A549-882777EEC4CC}">
      <dsp:nvSpPr>
        <dsp:cNvPr id="0" name=""/>
        <dsp:cNvSpPr/>
      </dsp:nvSpPr>
      <dsp:spPr>
        <a:xfrm>
          <a:off x="0" y="2709647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1ABB04-7A13-448E-9F24-38528D37575A}">
      <dsp:nvSpPr>
        <dsp:cNvPr id="0" name=""/>
        <dsp:cNvSpPr/>
      </dsp:nvSpPr>
      <dsp:spPr>
        <a:xfrm>
          <a:off x="218441" y="2872124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06BC0-6962-4CE4-B304-37CCB5640185}">
      <dsp:nvSpPr>
        <dsp:cNvPr id="0" name=""/>
        <dsp:cNvSpPr/>
      </dsp:nvSpPr>
      <dsp:spPr>
        <a:xfrm>
          <a:off x="834049" y="2709647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HIDA scan [ cholecintigraphy]</a:t>
          </a:r>
        </a:p>
      </dsp:txBody>
      <dsp:txXfrm>
        <a:off x="834049" y="2709647"/>
        <a:ext cx="3996268" cy="722120"/>
      </dsp:txXfrm>
    </dsp:sp>
    <dsp:sp modelId="{EA4352E3-8334-4ECD-B4EF-5CE85D65F9D4}">
      <dsp:nvSpPr>
        <dsp:cNvPr id="0" name=""/>
        <dsp:cNvSpPr/>
      </dsp:nvSpPr>
      <dsp:spPr>
        <a:xfrm>
          <a:off x="0" y="3612297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6BB5D3-2CFE-4FFD-B116-5492882175B8}">
      <dsp:nvSpPr>
        <dsp:cNvPr id="0" name=""/>
        <dsp:cNvSpPr/>
      </dsp:nvSpPr>
      <dsp:spPr>
        <a:xfrm>
          <a:off x="218441" y="3774775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07AB19-07E2-41B4-9030-041EE6848D3C}">
      <dsp:nvSpPr>
        <dsp:cNvPr id="0" name=""/>
        <dsp:cNvSpPr/>
      </dsp:nvSpPr>
      <dsp:spPr>
        <a:xfrm>
          <a:off x="834049" y="3612297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CT, MRI scan</a:t>
          </a:r>
        </a:p>
      </dsp:txBody>
      <dsp:txXfrm>
        <a:off x="834049" y="3612297"/>
        <a:ext cx="3996268" cy="722120"/>
      </dsp:txXfrm>
    </dsp:sp>
    <dsp:sp modelId="{679D034A-6EA2-48D0-ADDC-E033A17B1D0C}">
      <dsp:nvSpPr>
        <dsp:cNvPr id="0" name=""/>
        <dsp:cNvSpPr/>
      </dsp:nvSpPr>
      <dsp:spPr>
        <a:xfrm>
          <a:off x="0" y="4514948"/>
          <a:ext cx="4830318" cy="7221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743364-8600-4E33-88DB-D456F7A72723}">
      <dsp:nvSpPr>
        <dsp:cNvPr id="0" name=""/>
        <dsp:cNvSpPr/>
      </dsp:nvSpPr>
      <dsp:spPr>
        <a:xfrm>
          <a:off x="218441" y="4677425"/>
          <a:ext cx="397166" cy="3971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BC7C9-7B7D-4E72-9B1E-F01DE418EB45}">
      <dsp:nvSpPr>
        <dsp:cNvPr id="0" name=""/>
        <dsp:cNvSpPr/>
      </dsp:nvSpPr>
      <dsp:spPr>
        <a:xfrm>
          <a:off x="834049" y="4514948"/>
          <a:ext cx="3996268" cy="72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424" tIns="76424" rIns="76424" bIns="7642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Liver and renal function tests</a:t>
          </a:r>
        </a:p>
      </dsp:txBody>
      <dsp:txXfrm>
        <a:off x="834049" y="4514948"/>
        <a:ext cx="3996268" cy="7221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7A1383-3625-4BA7-B41E-5177081245D9}">
      <dsp:nvSpPr>
        <dsp:cNvPr id="0" name=""/>
        <dsp:cNvSpPr/>
      </dsp:nvSpPr>
      <dsp:spPr>
        <a:xfrm>
          <a:off x="0" y="639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7D5EB2-8E13-40BE-92DE-0652FCA86D8D}">
      <dsp:nvSpPr>
        <dsp:cNvPr id="0" name=""/>
        <dsp:cNvSpPr/>
      </dsp:nvSpPr>
      <dsp:spPr>
        <a:xfrm>
          <a:off x="0" y="639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Patient name: xxx</a:t>
          </a:r>
        </a:p>
      </dsp:txBody>
      <dsp:txXfrm>
        <a:off x="0" y="639"/>
        <a:ext cx="4830318" cy="748212"/>
      </dsp:txXfrm>
    </dsp:sp>
    <dsp:sp modelId="{22381F83-F0A9-4632-B742-C20AD8D66389}">
      <dsp:nvSpPr>
        <dsp:cNvPr id="0" name=""/>
        <dsp:cNvSpPr/>
      </dsp:nvSpPr>
      <dsp:spPr>
        <a:xfrm>
          <a:off x="0" y="748851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9EAFD6-4A3B-4FFD-9C95-9DCF1269A395}">
      <dsp:nvSpPr>
        <dsp:cNvPr id="0" name=""/>
        <dsp:cNvSpPr/>
      </dsp:nvSpPr>
      <dsp:spPr>
        <a:xfrm>
          <a:off x="0" y="748851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Age: 76years</a:t>
          </a:r>
        </a:p>
      </dsp:txBody>
      <dsp:txXfrm>
        <a:off x="0" y="748851"/>
        <a:ext cx="4830318" cy="748212"/>
      </dsp:txXfrm>
    </dsp:sp>
    <dsp:sp modelId="{576434DF-DD5C-4B24-8364-0FFA33F9D7E2}">
      <dsp:nvSpPr>
        <dsp:cNvPr id="0" name=""/>
        <dsp:cNvSpPr/>
      </dsp:nvSpPr>
      <dsp:spPr>
        <a:xfrm>
          <a:off x="0" y="1497063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77E426-E8ED-4557-873F-BD19DC310547}">
      <dsp:nvSpPr>
        <dsp:cNvPr id="0" name=""/>
        <dsp:cNvSpPr/>
      </dsp:nvSpPr>
      <dsp:spPr>
        <a:xfrm>
          <a:off x="0" y="1497063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Gender: female</a:t>
          </a:r>
        </a:p>
      </dsp:txBody>
      <dsp:txXfrm>
        <a:off x="0" y="1497063"/>
        <a:ext cx="4830318" cy="748212"/>
      </dsp:txXfrm>
    </dsp:sp>
    <dsp:sp modelId="{EF0C137F-9172-45FE-8636-12981E8E5435}">
      <dsp:nvSpPr>
        <dsp:cNvPr id="0" name=""/>
        <dsp:cNvSpPr/>
      </dsp:nvSpPr>
      <dsp:spPr>
        <a:xfrm>
          <a:off x="0" y="2245275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367FF9-6630-44E4-A886-B962C1662A6F}">
      <dsp:nvSpPr>
        <dsp:cNvPr id="0" name=""/>
        <dsp:cNvSpPr/>
      </dsp:nvSpPr>
      <dsp:spPr>
        <a:xfrm>
          <a:off x="0" y="2245275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Department: general surgical ward</a:t>
          </a:r>
        </a:p>
      </dsp:txBody>
      <dsp:txXfrm>
        <a:off x="0" y="2245275"/>
        <a:ext cx="4830318" cy="748212"/>
      </dsp:txXfrm>
    </dsp:sp>
    <dsp:sp modelId="{5CFBA38F-2932-4396-B7E6-195B99E0AA42}">
      <dsp:nvSpPr>
        <dsp:cNvPr id="0" name=""/>
        <dsp:cNvSpPr/>
      </dsp:nvSpPr>
      <dsp:spPr>
        <a:xfrm>
          <a:off x="0" y="2993488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C56364-BDCB-4DC2-A887-58353939B1DE}">
      <dsp:nvSpPr>
        <dsp:cNvPr id="0" name=""/>
        <dsp:cNvSpPr/>
      </dsp:nvSpPr>
      <dsp:spPr>
        <a:xfrm>
          <a:off x="0" y="2993488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IP NO: 260634523</a:t>
          </a:r>
        </a:p>
      </dsp:txBody>
      <dsp:txXfrm>
        <a:off x="0" y="2993488"/>
        <a:ext cx="4830318" cy="748212"/>
      </dsp:txXfrm>
    </dsp:sp>
    <dsp:sp modelId="{3D9A7E7A-D3A5-4529-87E1-53361D805EC7}">
      <dsp:nvSpPr>
        <dsp:cNvPr id="0" name=""/>
        <dsp:cNvSpPr/>
      </dsp:nvSpPr>
      <dsp:spPr>
        <a:xfrm>
          <a:off x="0" y="3741700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47071C-A650-45D1-B310-93BACDAD1FD3}">
      <dsp:nvSpPr>
        <dsp:cNvPr id="0" name=""/>
        <dsp:cNvSpPr/>
      </dsp:nvSpPr>
      <dsp:spPr>
        <a:xfrm>
          <a:off x="0" y="3741700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Date of admission: 24/6/26</a:t>
          </a:r>
        </a:p>
      </dsp:txBody>
      <dsp:txXfrm>
        <a:off x="0" y="3741700"/>
        <a:ext cx="4830318" cy="748212"/>
      </dsp:txXfrm>
    </dsp:sp>
    <dsp:sp modelId="{8764117A-5B0B-4747-BFE0-A842F3D56C02}">
      <dsp:nvSpPr>
        <dsp:cNvPr id="0" name=""/>
        <dsp:cNvSpPr/>
      </dsp:nvSpPr>
      <dsp:spPr>
        <a:xfrm>
          <a:off x="0" y="4489912"/>
          <a:ext cx="483031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DCE2C-459D-4989-A406-4B4EC4ADFA79}">
      <dsp:nvSpPr>
        <dsp:cNvPr id="0" name=""/>
        <dsp:cNvSpPr/>
      </dsp:nvSpPr>
      <dsp:spPr>
        <a:xfrm>
          <a:off x="0" y="4489912"/>
          <a:ext cx="4830318" cy="7482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Date of discharge: 1/7/26</a:t>
          </a:r>
        </a:p>
      </dsp:txBody>
      <dsp:txXfrm>
        <a:off x="0" y="4489912"/>
        <a:ext cx="4830318" cy="74821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9B2A09-FE11-4BF9-BBF8-5EA3FE335F95}">
      <dsp:nvSpPr>
        <dsp:cNvPr id="0" name=""/>
        <dsp:cNvSpPr/>
      </dsp:nvSpPr>
      <dsp:spPr>
        <a:xfrm>
          <a:off x="968942" y="1083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GCS: fair</a:t>
          </a:r>
        </a:p>
      </dsp:txBody>
      <dsp:txXfrm>
        <a:off x="968942" y="1083"/>
        <a:ext cx="2143184" cy="1285910"/>
      </dsp:txXfrm>
    </dsp:sp>
    <dsp:sp modelId="{E6B057E1-4903-46B7-9F05-5F8872FE7FA2}">
      <dsp:nvSpPr>
        <dsp:cNvPr id="0" name=""/>
        <dsp:cNvSpPr/>
      </dsp:nvSpPr>
      <dsp:spPr>
        <a:xfrm>
          <a:off x="3326446" y="1083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BP: 130/80mmHg</a:t>
          </a:r>
        </a:p>
      </dsp:txBody>
      <dsp:txXfrm>
        <a:off x="3326446" y="1083"/>
        <a:ext cx="2143184" cy="1285910"/>
      </dsp:txXfrm>
    </dsp:sp>
    <dsp:sp modelId="{827FF6F6-F1B9-4B59-A55A-85F966BDA956}">
      <dsp:nvSpPr>
        <dsp:cNvPr id="0" name=""/>
        <dsp:cNvSpPr/>
      </dsp:nvSpPr>
      <dsp:spPr>
        <a:xfrm>
          <a:off x="5683949" y="1083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Temperature: 98.5 F </a:t>
          </a:r>
        </a:p>
      </dsp:txBody>
      <dsp:txXfrm>
        <a:off x="5683949" y="1083"/>
        <a:ext cx="2143184" cy="1285910"/>
      </dsp:txXfrm>
    </dsp:sp>
    <dsp:sp modelId="{9A343559-7753-4049-B6E1-9274F2C2349B}">
      <dsp:nvSpPr>
        <dsp:cNvPr id="0" name=""/>
        <dsp:cNvSpPr/>
      </dsp:nvSpPr>
      <dsp:spPr>
        <a:xfrm>
          <a:off x="968942" y="1501312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Lungs: BAE+</a:t>
          </a:r>
        </a:p>
      </dsp:txBody>
      <dsp:txXfrm>
        <a:off x="968942" y="1501312"/>
        <a:ext cx="2143184" cy="1285910"/>
      </dsp:txXfrm>
    </dsp:sp>
    <dsp:sp modelId="{44AAD1A7-618E-47C2-9D08-145909B549F6}">
      <dsp:nvSpPr>
        <dsp:cNvPr id="0" name=""/>
        <dsp:cNvSpPr/>
      </dsp:nvSpPr>
      <dsp:spPr>
        <a:xfrm>
          <a:off x="3326446" y="1501312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CVS: S1S2+ </a:t>
          </a:r>
        </a:p>
      </dsp:txBody>
      <dsp:txXfrm>
        <a:off x="3326446" y="1501312"/>
        <a:ext cx="2143184" cy="1285910"/>
      </dsp:txXfrm>
    </dsp:sp>
    <dsp:sp modelId="{628479B6-A9EE-4278-BFF1-B1BE0690524D}">
      <dsp:nvSpPr>
        <dsp:cNvPr id="0" name=""/>
        <dsp:cNvSpPr/>
      </dsp:nvSpPr>
      <dsp:spPr>
        <a:xfrm>
          <a:off x="5683949" y="1501312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PR: 88Bpm</a:t>
          </a:r>
        </a:p>
      </dsp:txBody>
      <dsp:txXfrm>
        <a:off x="5683949" y="1501312"/>
        <a:ext cx="2143184" cy="1285910"/>
      </dsp:txXfrm>
    </dsp:sp>
    <dsp:sp modelId="{D30C042D-53D8-4F1C-A89E-4F4D01A73BBD}">
      <dsp:nvSpPr>
        <dsp:cNvPr id="0" name=""/>
        <dsp:cNvSpPr/>
      </dsp:nvSpPr>
      <dsp:spPr>
        <a:xfrm>
          <a:off x="2147694" y="3001541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RR: 16cpm</a:t>
          </a:r>
        </a:p>
      </dsp:txBody>
      <dsp:txXfrm>
        <a:off x="2147694" y="3001541"/>
        <a:ext cx="2143184" cy="1285910"/>
      </dsp:txXfrm>
    </dsp:sp>
    <dsp:sp modelId="{B13C97E5-4939-4562-8F87-C9A328094241}">
      <dsp:nvSpPr>
        <dsp:cNvPr id="0" name=""/>
        <dsp:cNvSpPr/>
      </dsp:nvSpPr>
      <dsp:spPr>
        <a:xfrm>
          <a:off x="4505197" y="3001541"/>
          <a:ext cx="2143184" cy="128591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Spo2: 99%@RA</a:t>
          </a:r>
        </a:p>
      </dsp:txBody>
      <dsp:txXfrm>
        <a:off x="4505197" y="3001541"/>
        <a:ext cx="2143184" cy="12859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2B7B2C-9D68-48CC-BA2D-AFFBE9EAE7AA}">
      <dsp:nvSpPr>
        <dsp:cNvPr id="0" name=""/>
        <dsp:cNvSpPr/>
      </dsp:nvSpPr>
      <dsp:spPr>
        <a:xfrm>
          <a:off x="0" y="338304"/>
          <a:ext cx="4801684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9F6A8E-91B0-46D1-AF97-B1AAC9D69D4F}">
      <dsp:nvSpPr>
        <dsp:cNvPr id="0" name=""/>
        <dsp:cNvSpPr/>
      </dsp:nvSpPr>
      <dsp:spPr>
        <a:xfrm>
          <a:off x="240084" y="72624"/>
          <a:ext cx="3361178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45" tIns="0" rIns="12704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ULTRASONOGRAPHY OF ABDOMEN AND PELVIS</a:t>
          </a:r>
          <a:endParaRPr lang="en-US" sz="1600" kern="1200" dirty="0"/>
        </a:p>
      </dsp:txBody>
      <dsp:txXfrm>
        <a:off x="266023" y="98563"/>
        <a:ext cx="3309300" cy="479482"/>
      </dsp:txXfrm>
    </dsp:sp>
    <dsp:sp modelId="{B6A43949-CA12-4F6A-A0D1-D88EF9005B96}">
      <dsp:nvSpPr>
        <dsp:cNvPr id="0" name=""/>
        <dsp:cNvSpPr/>
      </dsp:nvSpPr>
      <dsp:spPr>
        <a:xfrm>
          <a:off x="0" y="1154784"/>
          <a:ext cx="4801684" cy="453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CF7323-4EC2-43BD-BB08-94E9A7538435}">
      <dsp:nvSpPr>
        <dsp:cNvPr id="0" name=""/>
        <dsp:cNvSpPr/>
      </dsp:nvSpPr>
      <dsp:spPr>
        <a:xfrm>
          <a:off x="240084" y="889104"/>
          <a:ext cx="3361178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45" tIns="0" rIns="12704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Gall bladder: contracted </a:t>
          </a:r>
        </a:p>
      </dsp:txBody>
      <dsp:txXfrm>
        <a:off x="266023" y="915043"/>
        <a:ext cx="3309300" cy="479482"/>
      </dsp:txXfrm>
    </dsp:sp>
    <dsp:sp modelId="{D930A2C6-8C18-4218-B05B-02AD833CF2E0}">
      <dsp:nvSpPr>
        <dsp:cNvPr id="0" name=""/>
        <dsp:cNvSpPr/>
      </dsp:nvSpPr>
      <dsp:spPr>
        <a:xfrm>
          <a:off x="0" y="1971264"/>
          <a:ext cx="4801684" cy="99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2664" tIns="374904" rIns="372664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grade 1 fatty liver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Renal parenchymal change</a:t>
          </a:r>
        </a:p>
      </dsp:txBody>
      <dsp:txXfrm>
        <a:off x="0" y="1971264"/>
        <a:ext cx="4801684" cy="992250"/>
      </dsp:txXfrm>
    </dsp:sp>
    <dsp:sp modelId="{8E0C8CA0-C64F-40FD-A40A-B092E52AC2DB}">
      <dsp:nvSpPr>
        <dsp:cNvPr id="0" name=""/>
        <dsp:cNvSpPr/>
      </dsp:nvSpPr>
      <dsp:spPr>
        <a:xfrm>
          <a:off x="240084" y="1705584"/>
          <a:ext cx="3361178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45" tIns="0" rIns="12704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Impression: </a:t>
          </a:r>
        </a:p>
      </dsp:txBody>
      <dsp:txXfrm>
        <a:off x="266023" y="1731523"/>
        <a:ext cx="3309300" cy="479482"/>
      </dsp:txXfrm>
    </dsp:sp>
    <dsp:sp modelId="{C2B76593-80FE-4F0B-98C6-039AD0DD4DA0}">
      <dsp:nvSpPr>
        <dsp:cNvPr id="0" name=""/>
        <dsp:cNvSpPr/>
      </dsp:nvSpPr>
      <dsp:spPr>
        <a:xfrm>
          <a:off x="0" y="3326394"/>
          <a:ext cx="4801684" cy="2041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2664" tIns="374904" rIns="372664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Esophagus:  mucosal breaks&lt; 5cm in distal esophagus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Stomach: erosions in body and antrum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Impression: LA grade A esophagitis with a hypotensive lower esophageal sphincter involving erosive gastritis.</a:t>
          </a:r>
          <a:br>
            <a:rPr lang="en-US" sz="1100" kern="1200" dirty="0"/>
          </a:br>
          <a:endParaRPr lang="en-US" sz="1100" kern="1200" dirty="0"/>
        </a:p>
      </dsp:txBody>
      <dsp:txXfrm>
        <a:off x="0" y="3326394"/>
        <a:ext cx="4801684" cy="2041200"/>
      </dsp:txXfrm>
    </dsp:sp>
    <dsp:sp modelId="{B3879191-5ECC-479E-A40A-1C263F404E3B}">
      <dsp:nvSpPr>
        <dsp:cNvPr id="0" name=""/>
        <dsp:cNvSpPr/>
      </dsp:nvSpPr>
      <dsp:spPr>
        <a:xfrm>
          <a:off x="240084" y="3060714"/>
          <a:ext cx="3361178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45" tIns="0" rIns="12704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UPPER GI ENDOSCOPY: </a:t>
          </a:r>
          <a:endParaRPr lang="en-US" sz="1800" kern="1200"/>
        </a:p>
      </dsp:txBody>
      <dsp:txXfrm>
        <a:off x="266023" y="3086653"/>
        <a:ext cx="3309300" cy="47948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543536-D00D-4E4D-A2FD-6FC9DF70C025}">
      <dsp:nvSpPr>
        <dsp:cNvPr id="0" name=""/>
        <dsp:cNvSpPr/>
      </dsp:nvSpPr>
      <dsp:spPr>
        <a:xfrm>
          <a:off x="0" y="696887"/>
          <a:ext cx="8440251" cy="128656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C6D107-06FA-4A6B-BF6B-84D970D079A0}">
      <dsp:nvSpPr>
        <dsp:cNvPr id="0" name=""/>
        <dsp:cNvSpPr/>
      </dsp:nvSpPr>
      <dsp:spPr>
        <a:xfrm>
          <a:off x="389184" y="986363"/>
          <a:ext cx="707608" cy="7076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952473-0F18-4167-8292-2D70E9D2247B}">
      <dsp:nvSpPr>
        <dsp:cNvPr id="0" name=""/>
        <dsp:cNvSpPr/>
      </dsp:nvSpPr>
      <dsp:spPr>
        <a:xfrm>
          <a:off x="1485977" y="696887"/>
          <a:ext cx="6954273" cy="1286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161" tIns="136161" rIns="136161" bIns="13616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Gallbladder was contracted with mildly thickened wall and no internal sludge </a:t>
          </a:r>
          <a:br>
            <a:rPr lang="en-US" sz="2400" kern="1200"/>
          </a:br>
          <a:r>
            <a:rPr lang="en-US" sz="2400" kern="1200"/>
            <a:t>no pericholecystic inflammatory changes </a:t>
          </a:r>
        </a:p>
      </dsp:txBody>
      <dsp:txXfrm>
        <a:off x="1485977" y="696887"/>
        <a:ext cx="6954273" cy="1286560"/>
      </dsp:txXfrm>
    </dsp:sp>
    <dsp:sp modelId="{673E5C9F-00D7-48FC-A1F4-7E6664C38A1B}">
      <dsp:nvSpPr>
        <dsp:cNvPr id="0" name=""/>
        <dsp:cNvSpPr/>
      </dsp:nvSpPr>
      <dsp:spPr>
        <a:xfrm>
          <a:off x="0" y="2305088"/>
          <a:ext cx="8440251" cy="128656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8C2777-4CB4-469B-B56C-0AD42F25E99B}">
      <dsp:nvSpPr>
        <dsp:cNvPr id="0" name=""/>
        <dsp:cNvSpPr/>
      </dsp:nvSpPr>
      <dsp:spPr>
        <a:xfrm>
          <a:off x="389184" y="2594564"/>
          <a:ext cx="707608" cy="7076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106103-C306-4CAB-B956-B841F4A6C737}">
      <dsp:nvSpPr>
        <dsp:cNvPr id="0" name=""/>
        <dsp:cNvSpPr/>
      </dsp:nvSpPr>
      <dsp:spPr>
        <a:xfrm>
          <a:off x="1485977" y="2305088"/>
          <a:ext cx="6954273" cy="1286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161" tIns="136161" rIns="136161" bIns="13616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Impression: findings suggestive of chronic cholecystitis </a:t>
          </a:r>
        </a:p>
      </dsp:txBody>
      <dsp:txXfrm>
        <a:off x="1485977" y="2305088"/>
        <a:ext cx="6954273" cy="12865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74735F-3556-4687-8BCC-8FEBF384A25A}">
      <dsp:nvSpPr>
        <dsp:cNvPr id="0" name=""/>
        <dsp:cNvSpPr/>
      </dsp:nvSpPr>
      <dsp:spPr>
        <a:xfrm>
          <a:off x="0" y="696887"/>
          <a:ext cx="8440251" cy="128656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5C9F1C-2A25-4700-9AA8-25A63394BB1E}">
      <dsp:nvSpPr>
        <dsp:cNvPr id="0" name=""/>
        <dsp:cNvSpPr/>
      </dsp:nvSpPr>
      <dsp:spPr>
        <a:xfrm>
          <a:off x="389184" y="986363"/>
          <a:ext cx="707608" cy="7076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AF8F06-2000-45E7-86AA-011E5D0C8571}">
      <dsp:nvSpPr>
        <dsp:cNvPr id="0" name=""/>
        <dsp:cNvSpPr/>
      </dsp:nvSpPr>
      <dsp:spPr>
        <a:xfrm>
          <a:off x="1485977" y="696887"/>
          <a:ext cx="6954273" cy="1286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161" tIns="136161" rIns="136161" bIns="13616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LAPAROSCOPIC CHOLECYSTECTOMY WAS PERFORMED UNDER GENERAL ANAESTHESIA</a:t>
          </a:r>
        </a:p>
      </dsp:txBody>
      <dsp:txXfrm>
        <a:off x="1485977" y="696887"/>
        <a:ext cx="6954273" cy="1286560"/>
      </dsp:txXfrm>
    </dsp:sp>
    <dsp:sp modelId="{0662D99B-33E8-4EF3-AE27-C6E20810EB15}">
      <dsp:nvSpPr>
        <dsp:cNvPr id="0" name=""/>
        <dsp:cNvSpPr/>
      </dsp:nvSpPr>
      <dsp:spPr>
        <a:xfrm>
          <a:off x="0" y="2305088"/>
          <a:ext cx="8440251" cy="128656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6377AC-B20D-4074-86DF-DB15EDBDF245}">
      <dsp:nvSpPr>
        <dsp:cNvPr id="0" name=""/>
        <dsp:cNvSpPr/>
      </dsp:nvSpPr>
      <dsp:spPr>
        <a:xfrm>
          <a:off x="389184" y="2594564"/>
          <a:ext cx="707608" cy="7076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60206A-19A5-4628-B268-82D493BE62CC}">
      <dsp:nvSpPr>
        <dsp:cNvPr id="0" name=""/>
        <dsp:cNvSpPr/>
      </dsp:nvSpPr>
      <dsp:spPr>
        <a:xfrm>
          <a:off x="1485977" y="2305088"/>
          <a:ext cx="6954273" cy="1286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6161" tIns="136161" rIns="136161" bIns="136161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Procedure: pneumoperitoneum was created and ports inserted. Gallbladder was dissected and cystic duct, artery were clipped and divided. Gallbladder was separated from liver bed and removed</a:t>
          </a:r>
        </a:p>
      </dsp:txBody>
      <dsp:txXfrm>
        <a:off x="1485977" y="2305088"/>
        <a:ext cx="6954273" cy="1286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4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2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3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60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8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030" y="1033272"/>
            <a:ext cx="4419055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031" y="5733288"/>
            <a:ext cx="4419053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8364" y="793818"/>
            <a:ext cx="3945636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03940" y="207982"/>
            <a:ext cx="1997099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5197367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1" y="5420250"/>
            <a:ext cx="5197367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7094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612648"/>
            <a:ext cx="8440251" cy="1106424"/>
          </a:xfrm>
        </p:spPr>
        <p:txBody>
          <a:bodyPr/>
          <a:lstStyle>
            <a:lvl1pPr>
              <a:defRPr sz="495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419" y="2139696"/>
            <a:ext cx="8440251" cy="42885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581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030" y="5223554"/>
            <a:ext cx="85725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3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030" y="6083090"/>
            <a:ext cx="85724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9141714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56701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030" y="758952"/>
            <a:ext cx="569214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030" y="5404104"/>
            <a:ext cx="8636458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30" y="6254496"/>
            <a:ext cx="2222769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941306" y="6254496"/>
            <a:ext cx="125973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6254496"/>
            <a:ext cx="409835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205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" y="1435608"/>
            <a:ext cx="8695944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11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5847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8" y="886968"/>
            <a:ext cx="8553958" cy="1170432"/>
          </a:xfrm>
        </p:spPr>
        <p:txBody>
          <a:bodyPr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3661" y="2832653"/>
            <a:ext cx="5170289" cy="3508951"/>
          </a:xfrm>
        </p:spPr>
        <p:txBody>
          <a:bodyPr anchor="t">
            <a:normAutofit/>
          </a:bodyPr>
          <a:lstStyle>
            <a:lvl1pPr marL="342900" indent="-342900">
              <a:buFont typeface="+mj-lt"/>
              <a:buAutoNum type="arabicPeriod"/>
              <a:defRPr sz="1500"/>
            </a:lvl1pPr>
            <a:lvl2pPr marL="600075" indent="-257175">
              <a:buFont typeface="+mj-lt"/>
              <a:buAutoNum type="arabicPeriod"/>
              <a:defRPr sz="1350"/>
            </a:lvl2pPr>
            <a:lvl3pPr marL="942975" indent="-257175">
              <a:buFont typeface="+mj-lt"/>
              <a:buAutoNum type="arabicPeriod"/>
              <a:defRPr sz="1200"/>
            </a:lvl3pPr>
            <a:lvl4pPr marL="1285875" indent="-257175">
              <a:buFont typeface="+mj-lt"/>
              <a:buAutoNum type="arabicPeriod"/>
              <a:defRPr sz="1050"/>
            </a:lvl4pPr>
            <a:lvl5pPr marL="1628775" indent="-257175">
              <a:buFont typeface="+mj-lt"/>
              <a:buAutoNum type="arabicPeriod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9144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9144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335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208" y="521208"/>
            <a:ext cx="4985766" cy="1865376"/>
          </a:xfrm>
        </p:spPr>
        <p:txBody>
          <a:bodyPr>
            <a:normAutofit/>
          </a:bodyPr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68799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0207" y="2651760"/>
            <a:ext cx="4745736" cy="3547872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500"/>
            </a:lvl1pPr>
            <a:lvl2pPr marL="600075" indent="-257175">
              <a:buFont typeface="+mj-lt"/>
              <a:buAutoNum type="arabicPeriod"/>
              <a:defRPr sz="1350"/>
            </a:lvl2pPr>
            <a:lvl3pPr marL="942975" indent="-257175">
              <a:buFont typeface="+mj-lt"/>
              <a:buAutoNum type="arabicPeriod"/>
              <a:defRPr sz="1200"/>
            </a:lvl3pPr>
            <a:lvl4pPr marL="1285875" indent="-257175">
              <a:buFont typeface="+mj-lt"/>
              <a:buAutoNum type="arabicPeriod"/>
              <a:defRPr sz="1050"/>
            </a:lvl4pPr>
            <a:lvl5pPr marL="1628775" indent="-257175">
              <a:buFont typeface="+mj-lt"/>
              <a:buAutoNum type="arabicPeriod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53924" y="210312"/>
            <a:ext cx="2221992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80133" y="210312"/>
            <a:ext cx="1259732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3692937" y="2452449"/>
            <a:ext cx="545106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3692937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5083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94" y="2077375"/>
            <a:ext cx="3359330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495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683" y="2210543"/>
            <a:ext cx="4401970" cy="2432477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3683" y="207982"/>
            <a:ext cx="1440986" cy="41336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3983954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14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94" y="1249960"/>
            <a:ext cx="3064434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95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18788" y="1249959"/>
            <a:ext cx="4830318" cy="52387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22890" y="207982"/>
            <a:ext cx="1440986" cy="41336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3689060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8693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157" y="749808"/>
            <a:ext cx="4831518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682746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98156" y="213482"/>
            <a:ext cx="2221992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06920" y="210312"/>
            <a:ext cx="1259732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8157" y="2944369"/>
            <a:ext cx="4831519" cy="3571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682746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889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612648"/>
            <a:ext cx="5266944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210312"/>
            <a:ext cx="2648578" cy="413360"/>
          </a:xfrm>
        </p:spPr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210312"/>
            <a:ext cx="1259732" cy="41336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746504"/>
            <a:ext cx="5266944" cy="4806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232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612648"/>
            <a:ext cx="526161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918713" y="207982"/>
            <a:ext cx="1261872" cy="41336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92196" y="207982"/>
            <a:ext cx="409835" cy="41336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330" y="1746504"/>
            <a:ext cx="5263703" cy="48066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30195" y="0"/>
            <a:ext cx="331291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5826625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780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30" y="749808"/>
            <a:ext cx="4333670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210312"/>
            <a:ext cx="2221992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76872" y="210312"/>
            <a:ext cx="1259732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10570" y="210312"/>
            <a:ext cx="409835" cy="41336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330" y="1993392"/>
            <a:ext cx="4333670" cy="45598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31562" y="0"/>
            <a:ext cx="421243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4927972" y="1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3381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749808"/>
            <a:ext cx="309276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30" y="210312"/>
            <a:ext cx="1695043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71997" y="210312"/>
            <a:ext cx="793583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7648" y="210312"/>
            <a:ext cx="330727" cy="41336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278" y="2578610"/>
            <a:ext cx="3097955" cy="37124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684494" y="0"/>
            <a:ext cx="5459506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680972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7586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749808"/>
            <a:ext cx="8636066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330" y="2180556"/>
            <a:ext cx="3759266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7005" y="1834524"/>
            <a:ext cx="478404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4362341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9144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7666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5166364"/>
            <a:ext cx="2742398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8572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341" y="5166364"/>
            <a:ext cx="5305332" cy="1223420"/>
          </a:xfrm>
        </p:spPr>
        <p:txBody>
          <a:bodyPr/>
          <a:lstStyle>
            <a:lvl1pPr marL="0" indent="0">
              <a:buNone/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6437377"/>
            <a:ext cx="222199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4341" y="6437194"/>
            <a:ext cx="3412060" cy="365125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6437376"/>
            <a:ext cx="409835" cy="41336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3212569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938" y="4842106"/>
            <a:ext cx="9144938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7554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8" y="762003"/>
            <a:ext cx="4959590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4970" y="2435966"/>
            <a:ext cx="5462794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51" y="762000"/>
            <a:ext cx="3069610" cy="579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5457825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5457825" y="1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15803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448056"/>
            <a:ext cx="863606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213482"/>
            <a:ext cx="2221992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669" y="210312"/>
            <a:ext cx="1259732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207982"/>
            <a:ext cx="409835" cy="41148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711" y="1700784"/>
            <a:ext cx="2488628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081" y="2130553"/>
            <a:ext cx="5978594" cy="4422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9144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2488628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479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8424" y="1188720"/>
            <a:ext cx="305181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1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6042" y="1609344"/>
            <a:ext cx="5081778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25050" dirty="0">
                <a:solidFill>
                  <a:schemeClr val="accent1"/>
                </a:solidFill>
                <a:latin typeface="+mj-lt"/>
              </a:defRPr>
            </a:lvl1pPr>
            <a:lvl2pPr marL="3429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210312"/>
            <a:ext cx="222199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669" y="210312"/>
            <a:ext cx="125973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210312"/>
            <a:ext cx="409835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32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1133856"/>
            <a:ext cx="798957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38330" y="914400"/>
            <a:ext cx="7534070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1pPr>
            <a:lvl2pPr marL="17145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2pPr>
            <a:lvl3pPr marL="342900" indent="0">
              <a:lnSpc>
                <a:spcPct val="100000"/>
              </a:lnSpc>
              <a:buNone/>
              <a:defRPr sz="5400" b="0">
                <a:solidFill>
                  <a:schemeClr val="tx2"/>
                </a:solidFill>
                <a:latin typeface="+mj-lt"/>
              </a:defRPr>
            </a:lvl3pPr>
            <a:lvl4pPr marL="514350" indent="0">
              <a:lnSpc>
                <a:spcPct val="100000"/>
              </a:lnSpc>
              <a:buNone/>
              <a:defRPr sz="4950" b="0">
                <a:solidFill>
                  <a:schemeClr val="tx2"/>
                </a:solidFill>
                <a:latin typeface="+mj-lt"/>
              </a:defRPr>
            </a:lvl4pPr>
            <a:lvl5pPr marL="685800" indent="0">
              <a:lnSpc>
                <a:spcPct val="100000"/>
              </a:lnSpc>
              <a:buNone/>
              <a:defRPr sz="45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30" y="6263640"/>
            <a:ext cx="2222769" cy="41336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052" y="6263640"/>
            <a:ext cx="1440986" cy="41336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6263640"/>
            <a:ext cx="409835" cy="413360"/>
          </a:xfrm>
        </p:spPr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807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924" y="5440220"/>
            <a:ext cx="6974586" cy="1015996"/>
          </a:xfrm>
        </p:spPr>
        <p:txBody>
          <a:bodyPr anchor="ctr">
            <a:normAutofit/>
          </a:bodyPr>
          <a:lstStyle>
            <a:lvl1pPr>
              <a:defRPr sz="15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0030" y="1170817"/>
            <a:ext cx="7269480" cy="3872159"/>
          </a:xfrm>
        </p:spPr>
        <p:txBody>
          <a:bodyPr>
            <a:normAutofit/>
          </a:bodyPr>
          <a:lstStyle>
            <a:lvl1pPr marL="205740" indent="-205740">
              <a:lnSpc>
                <a:spcPct val="70000"/>
              </a:lnSpc>
              <a:buNone/>
              <a:defRPr sz="6600" cap="all" baseline="0">
                <a:solidFill>
                  <a:schemeClr val="tx2"/>
                </a:solidFill>
                <a:latin typeface="+mj-lt"/>
              </a:defRPr>
            </a:lvl1pPr>
            <a:lvl2pPr marL="205740" indent="-205740">
              <a:lnSpc>
                <a:spcPct val="70000"/>
              </a:lnSpc>
              <a:buNone/>
              <a:defRPr sz="6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05740" indent="-205740">
              <a:lnSpc>
                <a:spcPct val="70000"/>
              </a:lnSpc>
              <a:buNone/>
              <a:defRPr sz="54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05740" indent="-205740">
              <a:lnSpc>
                <a:spcPct val="70000"/>
              </a:lnSpc>
              <a:buNone/>
              <a:defRPr sz="495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05740" indent="-205740">
              <a:lnSpc>
                <a:spcPct val="70000"/>
              </a:lnSpc>
              <a:buNone/>
              <a:defRPr sz="495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210312"/>
            <a:ext cx="2221992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669" y="210312"/>
            <a:ext cx="1832841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210312"/>
            <a:ext cx="409835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9144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07057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685800"/>
            <a:ext cx="8440251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8330" y="1773857"/>
            <a:ext cx="401193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8740" y="1773858"/>
            <a:ext cx="4011930" cy="4453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2445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29" y="685800"/>
            <a:ext cx="8442198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8330" y="1773857"/>
            <a:ext cx="4011798" cy="590144"/>
          </a:xfrm>
        </p:spPr>
        <p:txBody>
          <a:bodyPr anchor="b">
            <a:normAutofit/>
          </a:bodyPr>
          <a:lstStyle>
            <a:lvl1pPr marL="0" indent="0">
              <a:buNone/>
              <a:defRPr sz="135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38330" y="2368476"/>
            <a:ext cx="4011798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68597" y="1773857"/>
            <a:ext cx="4011930" cy="590144"/>
          </a:xfrm>
        </p:spPr>
        <p:txBody>
          <a:bodyPr anchor="b">
            <a:normAutofit/>
          </a:bodyPr>
          <a:lstStyle>
            <a:lvl1pPr marL="0" indent="0">
              <a:buNone/>
              <a:defRPr sz="135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68597" y="2368476"/>
            <a:ext cx="4011930" cy="38587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9096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59452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2156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9144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832104"/>
            <a:ext cx="8440251" cy="1225296"/>
          </a:xfrm>
        </p:spPr>
        <p:txBody>
          <a:bodyPr>
            <a:normAutofit/>
          </a:bodyPr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6263640"/>
            <a:ext cx="2221992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669" y="6263640"/>
            <a:ext cx="1450165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6653" y="6263640"/>
            <a:ext cx="409835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418" y="3429001"/>
            <a:ext cx="8440252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9867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20" y="1270390"/>
            <a:ext cx="5947485" cy="2060888"/>
          </a:xfrm>
        </p:spPr>
        <p:txBody>
          <a:bodyPr>
            <a:normAutofit/>
          </a:bodyPr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332" y="3794762"/>
            <a:ext cx="5949574" cy="15310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38329" y="213482"/>
            <a:ext cx="2221992" cy="4114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76669" y="210312"/>
            <a:ext cx="1259732" cy="411480"/>
          </a:xfrm>
        </p:spPr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14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97105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841248"/>
            <a:ext cx="2249424" cy="5184648"/>
          </a:xfrm>
        </p:spPr>
        <p:txBody>
          <a:bodyPr anchor="t" anchorCtr="0"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0194" y="841248"/>
            <a:ext cx="4695116" cy="518464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1050">
                <a:solidFill>
                  <a:schemeClr val="tx1"/>
                </a:solidFill>
              </a:defRPr>
            </a:lvl3pPr>
            <a:lvl4pPr>
              <a:defRPr sz="1050">
                <a:solidFill>
                  <a:schemeClr val="tx1"/>
                </a:solidFill>
              </a:defRPr>
            </a:lvl4pPr>
            <a:lvl5pPr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9101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9144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935798"/>
            <a:ext cx="8440251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0419" y="1707582"/>
            <a:ext cx="8440251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8330" y="207982"/>
            <a:ext cx="2222769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638" b="1" cap="all" spc="75" baseline="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60052" y="207982"/>
            <a:ext cx="1440986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638" b="1" cap="all" spc="75" baseline="0">
                <a:solidFill>
                  <a:schemeClr val="tx2"/>
                </a:solidFill>
              </a:defRPr>
            </a:lvl1pPr>
          </a:lstStyle>
          <a:p>
            <a:fld id="{FD6A8CB3-EF26-493B-9271-C0CCEB851A7D}" type="datetimeFigureOut">
              <a:rPr lang="en-US" smtClean="0"/>
              <a:pPr/>
              <a:t>9/7/2026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653" y="207982"/>
            <a:ext cx="40983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638" b="1" cap="all" baseline="0">
                <a:solidFill>
                  <a:schemeClr val="tx2"/>
                </a:solidFill>
              </a:defRPr>
            </a:lvl1pPr>
          </a:lstStyle>
          <a:p>
            <a:fld id="{5BF69447-88F9-4E77-A948-6E2B8CAF5C46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7625" y="6642100"/>
            <a:ext cx="1483519" cy="115416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5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49268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  <p:sldLayoutId id="2147483711" r:id="rId21"/>
    <p:sldLayoutId id="2147483712" r:id="rId22"/>
    <p:sldLayoutId id="2147483713" r:id="rId23"/>
    <p:sldLayoutId id="2147483714" r:id="rId24"/>
    <p:sldLayoutId id="2147483715" r:id="rId25"/>
    <p:sldLayoutId id="2147483716" r:id="rId26"/>
    <p:sldLayoutId id="2147483717" r:id="rId27"/>
    <p:sldLayoutId id="2147483718" r:id="rId28"/>
    <p:sldLayoutId id="2147483719" r:id="rId29"/>
  </p:sldLayoutIdLst>
  <p:txStyles>
    <p:titleStyle>
      <a:lvl1pPr algn="l" defTabSz="685800" rtl="0" eaLnBrk="1" latinLnBrk="0" hangingPunct="1">
        <a:lnSpc>
          <a:spcPct val="70000"/>
        </a:lnSpc>
        <a:spcBef>
          <a:spcPct val="0"/>
        </a:spcBef>
        <a:buNone/>
        <a:defRPr sz="3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2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76872"/>
            <a:ext cx="7772400" cy="1470025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latin typeface="Aptos Display" panose="020B0004020202020204" pitchFamily="34" charset="0"/>
              </a:rPr>
              <a:t>CASE PRESENTATION ON CHRONIC CALCULUS  CHOLECYSTITIS</a:t>
            </a:r>
            <a:endParaRPr lang="en-IN" sz="4000" b="1" dirty="0">
              <a:latin typeface="Aptos Display" panose="020B0004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96136" y="4725144"/>
            <a:ext cx="3168352" cy="1470026"/>
          </a:xfrm>
        </p:spPr>
        <p:txBody>
          <a:bodyPr>
            <a:noAutofit/>
          </a:bodyPr>
          <a:lstStyle/>
          <a:p>
            <a:r>
              <a:rPr lang="en-US" sz="30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PRESENTED BY</a:t>
            </a:r>
          </a:p>
          <a:p>
            <a:r>
              <a:rPr lang="en-US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AASHRITHA.S</a:t>
            </a:r>
          </a:p>
          <a:p>
            <a:r>
              <a:rPr lang="en-US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23Z11T0001</a:t>
            </a:r>
            <a:endParaRPr lang="en-IN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/>
              <a:t>Chronic calculus cholecystitis is a chronic inflammation of the gall bladder caused by the presence of gall stones usually resulting from repeated episodes of gall bladder irritation and inflammation</a:t>
            </a:r>
          </a:p>
          <a:p>
            <a:r>
              <a:rPr lang="en-US" sz="2000"/>
              <a:t>It is one of the most common chronic disorders of the gall bladder</a:t>
            </a:r>
          </a:p>
          <a:p>
            <a:r>
              <a:rPr lang="en-US" sz="2000"/>
              <a:t>Gall stones repeatedly irritates the gall bladder and may cause intermittent obstruction of cystic duct. </a:t>
            </a:r>
          </a:p>
          <a:p>
            <a:r>
              <a:rPr lang="en-US" sz="2000"/>
              <a:t>Persistent inflammation leads to thickening, fibrosis and reduced contractility of gall bladder</a:t>
            </a:r>
            <a:endParaRPr lang="en-IN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ETIOLOGY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/>
            <a:r>
              <a:rPr lang="en-US" sz="2000" dirty="0"/>
              <a:t>Gall stones  [</a:t>
            </a:r>
            <a:r>
              <a:rPr lang="en-US" sz="2000" dirty="0" err="1"/>
              <a:t>cholethiasis</a:t>
            </a:r>
            <a:r>
              <a:rPr lang="en-US" sz="2000" dirty="0"/>
              <a:t>] – the main cause</a:t>
            </a:r>
          </a:p>
          <a:p>
            <a:pPr marL="514350" indent="-514350"/>
            <a:r>
              <a:rPr lang="en-US" sz="2000" dirty="0"/>
              <a:t>Repeated cystic duct obstruction by gall stones </a:t>
            </a:r>
          </a:p>
          <a:p>
            <a:pPr marL="514350" indent="-514350"/>
            <a:r>
              <a:rPr lang="en-US" sz="2000" dirty="0"/>
              <a:t>Repeated episodes of acute </a:t>
            </a:r>
            <a:r>
              <a:rPr lang="en-US" sz="2000" dirty="0" err="1"/>
              <a:t>cholecystitis</a:t>
            </a:r>
            <a:r>
              <a:rPr lang="en-US" sz="2000" dirty="0"/>
              <a:t> leads to chronic inflammation </a:t>
            </a:r>
          </a:p>
          <a:p>
            <a:pPr marL="514350" indent="-514350"/>
            <a:r>
              <a:rPr lang="en-US" sz="2000" dirty="0"/>
              <a:t>Bile stasis and impaired gallbladder emptying </a:t>
            </a:r>
          </a:p>
          <a:p>
            <a:pPr marL="514350" indent="-514350"/>
            <a:r>
              <a:rPr lang="en-US" sz="2000" dirty="0"/>
              <a:t>Bacterial infection[ E.coli, klebsiella, </a:t>
            </a:r>
            <a:r>
              <a:rPr lang="en-US" sz="2000" dirty="0" err="1"/>
              <a:t>enterobacter</a:t>
            </a:r>
            <a:r>
              <a:rPr lang="en-US" sz="2000" dirty="0"/>
              <a:t> etc.] may contribute in some cases</a:t>
            </a:r>
          </a:p>
          <a:p>
            <a:pPr marL="514350" indent="-514350">
              <a:buNone/>
            </a:pPr>
            <a:r>
              <a:rPr lang="en-US" sz="2000" b="1" dirty="0"/>
              <a:t>      </a:t>
            </a:r>
            <a:endParaRPr lang="en-IN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4894" y="3212976"/>
            <a:ext cx="3064434" cy="1602976"/>
          </a:xfrm>
        </p:spPr>
        <p:txBody>
          <a:bodyPr anchor="t">
            <a:normAutofit/>
          </a:bodyPr>
          <a:lstStyle/>
          <a:p>
            <a:r>
              <a:rPr lang="en-US" dirty="0"/>
              <a:t>RISK FACTORS 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4901D73-B6B6-A58B-B3AD-170D367B9C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4267836"/>
              </p:ext>
            </p:extLst>
          </p:nvPr>
        </p:nvGraphicFramePr>
        <p:xfrm>
          <a:off x="4018788" y="1249959"/>
          <a:ext cx="4830318" cy="52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SIGNS AND SYMPTOMS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Right  upper abdominal pain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Pain radiates to right shoulder or back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Dyspepsia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Bloating, indigestion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Occasionally fever due to acute </a:t>
            </a:r>
            <a:r>
              <a:rPr lang="en-US" sz="2000" dirty="0" err="1"/>
              <a:t>excerbation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Positive </a:t>
            </a:r>
            <a:r>
              <a:rPr lang="en-US" sz="2000" dirty="0" err="1"/>
              <a:t>murphys</a:t>
            </a:r>
            <a:r>
              <a:rPr lang="en-US" sz="2000" dirty="0"/>
              <a:t> sign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Pain often occurs after fatty meals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536" y="3139861"/>
            <a:ext cx="3064434" cy="1458960"/>
          </a:xfrm>
        </p:spPr>
        <p:txBody>
          <a:bodyPr anchor="t">
            <a:normAutofit/>
          </a:bodyPr>
          <a:lstStyle/>
          <a:p>
            <a:r>
              <a:rPr lang="en-US" dirty="0"/>
              <a:t>DIAGNOSIS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7F6970F-907A-260B-2F0E-050DE45F91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0795895"/>
              </p:ext>
            </p:extLst>
          </p:nvPr>
        </p:nvGraphicFramePr>
        <p:xfrm>
          <a:off x="4018788" y="1249959"/>
          <a:ext cx="4830318" cy="52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199" y="3031849"/>
            <a:ext cx="3064434" cy="1674984"/>
          </a:xfrm>
        </p:spPr>
        <p:txBody>
          <a:bodyPr anchor="t">
            <a:normAutofit/>
          </a:bodyPr>
          <a:lstStyle/>
          <a:p>
            <a:r>
              <a:rPr lang="en-US" dirty="0"/>
              <a:t>SUBJECTIVE DATA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B848F3-9775-AF91-5BA5-497C2E0024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0952796"/>
              </p:ext>
            </p:extLst>
          </p:nvPr>
        </p:nvGraphicFramePr>
        <p:xfrm>
          <a:off x="4018788" y="1249959"/>
          <a:ext cx="4830318" cy="52387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50" y="615145"/>
            <a:ext cx="6535638" cy="1116811"/>
          </a:xfrm>
        </p:spPr>
        <p:txBody>
          <a:bodyPr/>
          <a:lstStyle/>
          <a:p>
            <a:r>
              <a:rPr lang="en-US" dirty="0"/>
              <a:t>INITIAL ASSESSMENT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2204864"/>
            <a:ext cx="8229600" cy="3479585"/>
          </a:xfrm>
        </p:spPr>
        <p:txBody>
          <a:bodyPr>
            <a:normAutofit fontScale="92500" lnSpcReduction="10000"/>
          </a:bodyPr>
          <a:lstStyle/>
          <a:p>
            <a:r>
              <a:rPr lang="en-US" sz="2000" b="1" dirty="0"/>
              <a:t>CHIEF COMPLAINTS</a:t>
            </a:r>
            <a:r>
              <a:rPr lang="en-US" sz="2000" dirty="0"/>
              <a:t>: </a:t>
            </a:r>
          </a:p>
          <a:p>
            <a:r>
              <a:rPr lang="en-US" sz="2000" dirty="0"/>
              <a:t>Complaint of pain in abdomen since 2 months no significant associated bleeding, nausea/ vomiting or bowel or bladder complaints.</a:t>
            </a:r>
          </a:p>
          <a:p>
            <a:endParaRPr lang="en-US" sz="2000" dirty="0"/>
          </a:p>
          <a:p>
            <a:r>
              <a:rPr lang="en-US" sz="2000" b="1" dirty="0"/>
              <a:t>HISTORY OF PRESENT ILLNESS: </a:t>
            </a:r>
          </a:p>
          <a:p>
            <a:r>
              <a:rPr lang="en-US" sz="2000" dirty="0"/>
              <a:t>Patient was apparently alright 2 months back then to start with she developed pain in abdomen which was insidious in onset, gradually progressive to present condition, no </a:t>
            </a:r>
            <a:r>
              <a:rPr lang="en-US" sz="2000" dirty="0" err="1"/>
              <a:t>aggreveating</a:t>
            </a:r>
            <a:r>
              <a:rPr lang="en-US" sz="2000" dirty="0"/>
              <a:t> or relieving factors observed </a:t>
            </a:r>
          </a:p>
          <a:p>
            <a:endParaRPr lang="en-IN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05025-0871-617C-6484-F12238266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548680"/>
            <a:ext cx="6535638" cy="1116811"/>
          </a:xfrm>
        </p:spPr>
        <p:txBody>
          <a:bodyPr/>
          <a:lstStyle/>
          <a:p>
            <a:r>
              <a:rPr lang="en-US" dirty="0"/>
              <a:t>INITIAL ASSESSMENT…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276872"/>
            <a:ext cx="7931224" cy="3947184"/>
          </a:xfrm>
        </p:spPr>
        <p:txBody>
          <a:bodyPr>
            <a:normAutofit/>
          </a:bodyPr>
          <a:lstStyle/>
          <a:p>
            <a:r>
              <a:rPr lang="en-US" sz="2000" b="1" dirty="0"/>
              <a:t>HISTORY OF PAST ILLNESS</a:t>
            </a:r>
            <a:r>
              <a:rPr lang="en-US" sz="2000" dirty="0"/>
              <a:t>: </a:t>
            </a:r>
          </a:p>
          <a:p>
            <a:r>
              <a:rPr lang="en-US" sz="2000" dirty="0"/>
              <a:t>K/C/O  Hypertension since 6 years on regular medication Tab. </a:t>
            </a:r>
            <a:r>
              <a:rPr lang="en-US" sz="2000" dirty="0" err="1"/>
              <a:t>Telmisatran</a:t>
            </a:r>
            <a:r>
              <a:rPr lang="en-US" sz="2000" dirty="0"/>
              <a:t>[ 20mg/PO/ OD]</a:t>
            </a:r>
          </a:p>
          <a:p>
            <a:endParaRPr lang="en-US" sz="2000" dirty="0"/>
          </a:p>
          <a:p>
            <a:r>
              <a:rPr lang="en-US" sz="2000" b="1" dirty="0"/>
              <a:t>PAST MEDICAL/ SURGICAL HISTORY : </a:t>
            </a:r>
          </a:p>
          <a:p>
            <a:r>
              <a:rPr lang="en-US" sz="2000" dirty="0"/>
              <a:t>H/O </a:t>
            </a:r>
            <a:r>
              <a:rPr lang="en-US" sz="2000" dirty="0" err="1"/>
              <a:t>tubectomy</a:t>
            </a:r>
            <a:r>
              <a:rPr lang="en-US" sz="2000" dirty="0"/>
              <a:t> 40years back</a:t>
            </a:r>
          </a:p>
          <a:p>
            <a:r>
              <a:rPr lang="en-US" sz="2000" b="1" dirty="0"/>
              <a:t>FAMILY HISTORY: </a:t>
            </a:r>
            <a:r>
              <a:rPr lang="en-US" sz="2000" dirty="0"/>
              <a:t>NAD</a:t>
            </a:r>
            <a:endParaRPr lang="en-US" sz="2000" b="1" dirty="0"/>
          </a:p>
          <a:p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204864"/>
            <a:ext cx="7931224" cy="3921299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Height: 165cms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Weight : 90kgs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Alcohol: 3 times per week 90ml [ last intake- 2 days back]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No habit of smoking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Mixed diet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Bowel and bladder: regular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Appetite: normal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Sleep : adequate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09E1D-B829-83DB-193B-2EAF0DBD7C71}"/>
              </a:ext>
            </a:extLst>
          </p:cNvPr>
          <p:cNvSpPr txBox="1"/>
          <p:nvPr/>
        </p:nvSpPr>
        <p:spPr>
          <a:xfrm>
            <a:off x="457200" y="836712"/>
            <a:ext cx="457661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300" b="1" dirty="0"/>
              <a:t>PERSONAL HISTORY: </a:t>
            </a:r>
            <a:endParaRPr lang="en-US" sz="3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63688" y="620688"/>
            <a:ext cx="6707845" cy="1106424"/>
          </a:xfrm>
        </p:spPr>
        <p:txBody>
          <a:bodyPr anchor="b">
            <a:normAutofit/>
          </a:bodyPr>
          <a:lstStyle/>
          <a:p>
            <a:r>
              <a:rPr lang="en-US" dirty="0"/>
              <a:t>PHYSICAL EXAMINATION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25F39A-D2DF-8A5F-95BA-0E72993BF2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5276464"/>
              </p:ext>
            </p:extLst>
          </p:nvPr>
        </p:nvGraphicFramePr>
        <p:xfrm>
          <a:off x="0" y="2132856"/>
          <a:ext cx="8796077" cy="4288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EXAMINATION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/>
              <a:t>Inspection-</a:t>
            </a:r>
            <a:r>
              <a:rPr lang="en-US" sz="2000" dirty="0"/>
              <a:t> abdomen appears slightly distended, E/O a visible mid line vertical scar of 6*1cm noted extending from 3cm below umbilicus and above pubic </a:t>
            </a:r>
            <a:r>
              <a:rPr lang="en-US" sz="2000" dirty="0" err="1"/>
              <a:t>symphysis</a:t>
            </a:r>
            <a:endParaRPr lang="en-US" sz="2000" dirty="0"/>
          </a:p>
          <a:p>
            <a:r>
              <a:rPr lang="en-US" sz="2000" dirty="0"/>
              <a:t>E/O 3*2 cm scar noted 2cm above umbilicus</a:t>
            </a:r>
          </a:p>
          <a:p>
            <a:endParaRPr lang="en-US" sz="2000" dirty="0"/>
          </a:p>
          <a:p>
            <a:r>
              <a:rPr lang="en-US" sz="2000" b="1" dirty="0"/>
              <a:t>Percussion- </a:t>
            </a:r>
            <a:r>
              <a:rPr lang="en-US" sz="2000" dirty="0"/>
              <a:t>liver dullness noted</a:t>
            </a:r>
            <a:endParaRPr lang="en-US" sz="2000" b="1" dirty="0"/>
          </a:p>
          <a:p>
            <a:endParaRPr lang="en-IN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72" y="321468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PAIN IN ABDOMEN ⬇️ EVALUATION </a:t>
            </a:r>
            <a:br>
              <a:rPr lang="en-US" b="1" dirty="0"/>
            </a:br>
            <a:r>
              <a:rPr lang="en-US" b="1" dirty="0"/>
              <a:t>CHOLECYSTITIS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           PROVISIONAL DIAGNOSIS</a:t>
            </a:r>
          </a:p>
          <a:p>
            <a:pPr marL="0" indent="0">
              <a:buNone/>
            </a:pPr>
            <a:r>
              <a:rPr lang="en-US" sz="2000" dirty="0"/>
              <a:t>                                  ⬇️</a:t>
            </a:r>
            <a:endParaRPr lang="en-IN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84991"/>
            <a:ext cx="8407846" cy="1116811"/>
          </a:xfrm>
        </p:spPr>
        <p:txBody>
          <a:bodyPr>
            <a:normAutofit fontScale="90000"/>
          </a:bodyPr>
          <a:lstStyle/>
          <a:p>
            <a:r>
              <a:rPr lang="en-US" dirty="0"/>
              <a:t>OBJECTIVE DATA</a:t>
            </a:r>
            <a:br>
              <a:rPr lang="en-US" dirty="0"/>
            </a:br>
            <a:r>
              <a:rPr lang="en-US" dirty="0"/>
              <a:t>COMPLETE BLOOD COUNT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1155156"/>
              </p:ext>
            </p:extLst>
          </p:nvPr>
        </p:nvGraphicFramePr>
        <p:xfrm>
          <a:off x="287524" y="2276872"/>
          <a:ext cx="8568952" cy="339887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142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22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22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359">
                <a:tc>
                  <a:txBody>
                    <a:bodyPr/>
                    <a:lstStyle/>
                    <a:p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DAY 1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DAY 2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NORMAL RANGE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8877">
                <a:tc>
                  <a:txBody>
                    <a:bodyPr/>
                    <a:lstStyle/>
                    <a:p>
                      <a:r>
                        <a:rPr lang="en-US" sz="2000" dirty="0"/>
                        <a:t>TOTAL</a:t>
                      </a:r>
                      <a:r>
                        <a:rPr lang="en-US" sz="2000" baseline="0" dirty="0"/>
                        <a:t> </a:t>
                      </a:r>
                      <a:r>
                        <a:rPr lang="en-US" sz="2000" dirty="0"/>
                        <a:t>WBC</a:t>
                      </a:r>
                      <a:r>
                        <a:rPr lang="en-US" sz="2000" baseline="0" dirty="0"/>
                        <a:t> COUNT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10500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9100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4000-10000 cells/cu.mm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359">
                <a:tc>
                  <a:txBody>
                    <a:bodyPr/>
                    <a:lstStyle/>
                    <a:p>
                      <a:r>
                        <a:rPr lang="en-US" sz="2000" dirty="0"/>
                        <a:t>NEUTROPHILS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66%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63%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40-80%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359">
                <a:tc>
                  <a:txBody>
                    <a:bodyPr/>
                    <a:lstStyle/>
                    <a:p>
                      <a:r>
                        <a:rPr lang="en-US" sz="2000" dirty="0"/>
                        <a:t>HAEMOGLOBIN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11.6g/</a:t>
                      </a:r>
                      <a:r>
                        <a:rPr lang="en-US" sz="2000" b="1" dirty="0" err="1"/>
                        <a:t>dL</a:t>
                      </a:r>
                      <a:r>
                        <a:rPr lang="en-US" sz="2000" b="1" baseline="0" dirty="0"/>
                        <a:t> 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11.6g/</a:t>
                      </a:r>
                      <a:r>
                        <a:rPr lang="en-US" sz="2000" b="1" dirty="0" err="1"/>
                        <a:t>dL</a:t>
                      </a:r>
                      <a:r>
                        <a:rPr lang="en-US" sz="2000" b="1" baseline="0" dirty="0"/>
                        <a:t> 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12-15g/ 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359">
                <a:tc>
                  <a:txBody>
                    <a:bodyPr/>
                    <a:lstStyle/>
                    <a:p>
                      <a:r>
                        <a:rPr lang="en-US" sz="2000" dirty="0"/>
                        <a:t>HEMATOCRIT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37.7%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36.9%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38-51% </a:t>
                      </a:r>
                      <a:r>
                        <a:rPr lang="en-US" sz="2000" dirty="0" err="1"/>
                        <a:t>pcv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359">
                <a:tc>
                  <a:txBody>
                    <a:bodyPr/>
                    <a:lstStyle/>
                    <a:p>
                      <a:r>
                        <a:rPr lang="en-US" sz="2000" dirty="0"/>
                        <a:t>MCV/MCH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91.1fL /28.8pg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90.9fL / 28.5pg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83-101fL/</a:t>
                      </a:r>
                      <a:r>
                        <a:rPr lang="en-US" sz="2000" baseline="0" dirty="0"/>
                        <a:t> 27-32pg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359">
                <a:tc>
                  <a:txBody>
                    <a:bodyPr/>
                    <a:lstStyle/>
                    <a:p>
                      <a:r>
                        <a:rPr lang="en-US" sz="2000" dirty="0"/>
                        <a:t>MCHC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31.6g/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31.4g/ 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31.5- 34.5g/ </a:t>
                      </a:r>
                      <a:r>
                        <a:rPr lang="en-US" sz="2000" dirty="0" err="1"/>
                        <a:t>dL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472" y="500042"/>
            <a:ext cx="8229600" cy="1143000"/>
          </a:xfrm>
        </p:spPr>
        <p:txBody>
          <a:bodyPr/>
          <a:lstStyle/>
          <a:p>
            <a:r>
              <a:rPr lang="en-US" dirty="0"/>
              <a:t>RENAL FUNCTION TEST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7819106"/>
              </p:ext>
            </p:extLst>
          </p:nvPr>
        </p:nvGraphicFramePr>
        <p:xfrm>
          <a:off x="323528" y="2214554"/>
          <a:ext cx="8477544" cy="315866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25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5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9666">
                <a:tc>
                  <a:txBody>
                    <a:bodyPr/>
                    <a:lstStyle/>
                    <a:p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EXAMINED VALUE 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NORMAL RANGE</a:t>
                      </a:r>
                      <a:endParaRPr lang="en-I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9666">
                <a:tc>
                  <a:txBody>
                    <a:bodyPr/>
                    <a:lstStyle/>
                    <a:p>
                      <a:r>
                        <a:rPr lang="en-US" sz="2000" dirty="0"/>
                        <a:t>SERUM CREATININE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0.8mg/</a:t>
                      </a:r>
                      <a:r>
                        <a:rPr lang="en-US" sz="2000" dirty="0" err="1"/>
                        <a:t>dL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0.6-1.1mg/</a:t>
                      </a:r>
                      <a:r>
                        <a:rPr lang="en-US" sz="2000" dirty="0" err="1"/>
                        <a:t>dL</a:t>
                      </a:r>
                      <a:endParaRPr lang="en-I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9666">
                <a:tc>
                  <a:txBody>
                    <a:bodyPr/>
                    <a:lstStyle/>
                    <a:p>
                      <a:r>
                        <a:rPr lang="en-US" sz="2000" dirty="0"/>
                        <a:t>SODIUM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138mmol/L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135-155mmol/L</a:t>
                      </a:r>
                      <a:endParaRPr lang="en-I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9666">
                <a:tc>
                  <a:txBody>
                    <a:bodyPr/>
                    <a:lstStyle/>
                    <a:p>
                      <a:r>
                        <a:rPr lang="en-US" sz="2000" dirty="0"/>
                        <a:t>POTASSIUM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4.4mmol/L</a:t>
                      </a:r>
                      <a:endParaRPr lang="en-I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3.5-5.5mmol/L</a:t>
                      </a:r>
                      <a:endParaRPr lang="en-I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LIVER FUNCTION TEST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8050611"/>
              </p:ext>
            </p:extLst>
          </p:nvPr>
        </p:nvGraphicFramePr>
        <p:xfrm>
          <a:off x="251520" y="2062162"/>
          <a:ext cx="8640960" cy="453519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7171">
                <a:tc>
                  <a:txBody>
                    <a:bodyPr/>
                    <a:lstStyle/>
                    <a:p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EXAMINED VALUE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NORMAL RANGE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TOTAL BILIRUBIN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0.60mg/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0.3-1.2 mg/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DIRECT</a:t>
                      </a:r>
                      <a:r>
                        <a:rPr lang="en-US" sz="2000" baseline="0" dirty="0"/>
                        <a:t> BILIRUBIN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0.20mg/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baseline="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0.1-0.4 mg/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994">
                <a:tc>
                  <a:txBody>
                    <a:bodyPr/>
                    <a:lstStyle/>
                    <a:p>
                      <a:r>
                        <a:rPr lang="en-US" sz="2000" dirty="0"/>
                        <a:t>SERUM TOTAL PROTEIN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6.2g/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6-8g/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ALBUMIN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4.2g/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3.5-5.2g/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GLOBULIN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2.0g/</a:t>
                      </a:r>
                      <a:r>
                        <a:rPr lang="en-US" sz="2000" b="1" dirty="0" err="1"/>
                        <a:t>dL</a:t>
                      </a:r>
                      <a:r>
                        <a:rPr lang="en-US" sz="2000" b="1" baseline="0" dirty="0"/>
                        <a:t> 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2.6-4.6g/</a:t>
                      </a:r>
                      <a:r>
                        <a:rPr lang="en-US" sz="2000" dirty="0" err="1"/>
                        <a:t>dL</a:t>
                      </a:r>
                      <a:r>
                        <a:rPr lang="en-US" sz="2000" dirty="0"/>
                        <a:t>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A/G RATIO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b="1" dirty="0"/>
                        <a:t>2.1</a:t>
                      </a:r>
                      <a:r>
                        <a:rPr lang="en-US" sz="2000" b="1" baseline="0" dirty="0"/>
                        <a:t> </a:t>
                      </a:r>
                      <a:endParaRPr lang="en-IN" sz="2000" b="1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1.2-1.5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7171">
                <a:tc>
                  <a:txBody>
                    <a:bodyPr/>
                    <a:lstStyle/>
                    <a:p>
                      <a:r>
                        <a:rPr lang="en-US" sz="2000" dirty="0"/>
                        <a:t>ALP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83U/L </a:t>
                      </a:r>
                      <a:endParaRPr lang="en-IN" sz="20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53-128U/L </a:t>
                      </a:r>
                      <a:endParaRPr lang="en-IN" sz="20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2843536"/>
            <a:ext cx="3064434" cy="1170927"/>
          </a:xfrm>
        </p:spPr>
        <p:txBody>
          <a:bodyPr anchor="t">
            <a:normAutofit/>
          </a:bodyPr>
          <a:lstStyle/>
          <a:p>
            <a:r>
              <a:rPr lang="en-US" dirty="0"/>
              <a:t>OTHER FINDINGS  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798609-E371-502F-20C0-35C71C6BAC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608678"/>
              </p:ext>
            </p:extLst>
          </p:nvPr>
        </p:nvGraphicFramePr>
        <p:xfrm>
          <a:off x="4018788" y="980728"/>
          <a:ext cx="4801684" cy="5440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240C-D5A7-0345-7030-EBCFC3C98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612648"/>
            <a:ext cx="8440251" cy="1106424"/>
          </a:xfrm>
        </p:spPr>
        <p:txBody>
          <a:bodyPr anchor="b">
            <a:normAutofit fontScale="90000"/>
          </a:bodyPr>
          <a:lstStyle/>
          <a:p>
            <a:r>
              <a:rPr lang="en-US"/>
              <a:t>MAGNETIC RESONANCE CHOLANGIOPANCREATOGRAPHY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FD9BE4ED-1153-B2F8-F552-E3159A069F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8390756"/>
              </p:ext>
            </p:extLst>
          </p:nvPr>
        </p:nvGraphicFramePr>
        <p:xfrm>
          <a:off x="240419" y="2139696"/>
          <a:ext cx="8440251" cy="4288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315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1B5AA-3004-8439-BD1D-F871D86C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SOAP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37ACD-580D-01EE-2853-55EDA3498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61470"/>
            <a:ext cx="9144000" cy="411480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SUBJECTIVE DATA: </a:t>
            </a:r>
            <a:r>
              <a:rPr lang="en-US" sz="1800" dirty="0"/>
              <a:t>A 76year old female patient was admitted in the female surgical ward with chief complaints of pain in abdomen which was insidious in onset, gradually progressive to present condition, no </a:t>
            </a:r>
            <a:r>
              <a:rPr lang="en-US" sz="1800" dirty="0" err="1"/>
              <a:t>aggreveating</a:t>
            </a:r>
            <a:r>
              <a:rPr lang="en-US" sz="1800" dirty="0"/>
              <a:t> or relieving factors are observed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OBJECTIVE DATA </a:t>
            </a:r>
            <a:r>
              <a:rPr lang="en-US" sz="1800" dirty="0"/>
              <a:t>WBC COUNT-9100Cells/cu.mm</a:t>
            </a:r>
          </a:p>
          <a:p>
            <a:pPr marL="0" indent="0">
              <a:lnSpc>
                <a:spcPct val="100000"/>
              </a:lnSpc>
              <a:buNone/>
            </a:pPr>
            <a:br>
              <a:rPr lang="en-US" sz="1800" dirty="0"/>
            </a:br>
            <a:r>
              <a:rPr lang="en-US" sz="1800" dirty="0"/>
              <a:t>INVESTIGATIONS: CBP reveals low hemoglobin [11.6g/dL] and LFT revealed low levels of globulin [2.0g/dL] indicates </a:t>
            </a:r>
            <a:r>
              <a:rPr lang="en-US" sz="1800" dirty="0" err="1"/>
              <a:t>hypoglobulinemia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IMAGING FINDINGS: USG findings suggestive of </a:t>
            </a:r>
            <a:r>
              <a:rPr lang="en-US" sz="1800" dirty="0" err="1"/>
              <a:t>cholethiasis</a:t>
            </a:r>
            <a:r>
              <a:rPr lang="en-US" sz="1800" dirty="0"/>
              <a:t> with grade 1 fatty liver 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MRCP: contracted gallbladder with mildly thickened wall and internal sludge CBD is mildly dilated[10mm]</a:t>
            </a:r>
          </a:p>
          <a:p>
            <a:pPr marL="0" indent="0">
              <a:lnSpc>
                <a:spcPct val="100000"/>
              </a:lnSpc>
              <a:buNone/>
            </a:pPr>
            <a:br>
              <a:rPr lang="en-US" sz="1800" dirty="0"/>
            </a:br>
            <a:r>
              <a:rPr lang="en-US" sz="1800" dirty="0"/>
              <a:t>ENDOSCOPY: LA Grade A esophagitis, hypotensive LES and erosive gastritis</a:t>
            </a:r>
            <a:br>
              <a:rPr lang="en-US" sz="1800" dirty="0"/>
            </a:br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324600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83A09-8958-3C2C-B4F8-E169F0B07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520" y="3717032"/>
            <a:ext cx="8229600" cy="1143000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5000" dirty="0"/>
              <a:t>CHRONIC CALCULUS </a:t>
            </a:r>
            <a:br>
              <a:rPr lang="en-US" sz="5000" dirty="0"/>
            </a:br>
            <a:r>
              <a:rPr lang="en-US" sz="5000" dirty="0"/>
              <a:t>CHOLECYSTITIS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95EA-A316-9EF4-9399-18F3AEFD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9532" y="548680"/>
            <a:ext cx="8424936" cy="1080120"/>
          </a:xfrm>
        </p:spPr>
        <p:txBody>
          <a:bodyPr>
            <a:normAutofit/>
          </a:bodyPr>
          <a:lstStyle/>
          <a:p>
            <a:r>
              <a:rPr lang="en-US" sz="2600" b="1" dirty="0"/>
              <a:t>ASSESSMENT: </a:t>
            </a:r>
            <a:r>
              <a:rPr lang="en-US" sz="2600" dirty="0"/>
              <a:t>Based on subjective and objective evidence this case is assessed as</a:t>
            </a:r>
            <a:endParaRPr lang="en-US" sz="2600" b="1" dirty="0"/>
          </a:p>
        </p:txBody>
      </p:sp>
    </p:spTree>
    <p:extLst>
      <p:ext uri="{BB962C8B-B14F-4D97-AF65-F5344CB8AC3E}">
        <p14:creationId xmlns:p14="http://schemas.microsoft.com/office/powerpoint/2010/main" val="4076642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01C14-E7B0-C76B-AE2C-892BBD8EF307}"/>
              </a:ext>
            </a:extLst>
          </p:cNvPr>
          <p:cNvSpPr txBox="1">
            <a:spLocks/>
          </p:cNvSpPr>
          <p:nvPr/>
        </p:nvSpPr>
        <p:spPr>
          <a:xfrm>
            <a:off x="286482" y="190225"/>
            <a:ext cx="6895678" cy="640352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u="sng" dirty="0"/>
              <a:t>PLAN OF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FCA6-A4D8-26AA-357F-6DAE62D977F2}"/>
              </a:ext>
            </a:extLst>
          </p:cNvPr>
          <p:cNvSpPr txBox="1">
            <a:spLocks/>
          </p:cNvSpPr>
          <p:nvPr/>
        </p:nvSpPr>
        <p:spPr>
          <a:xfrm>
            <a:off x="143508" y="699021"/>
            <a:ext cx="8856984" cy="388843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685800" rtl="0" eaLnBrk="1" latinLnBrk="0" hangingPunct="1">
              <a:lnSpc>
                <a:spcPct val="110000"/>
              </a:lnSpc>
              <a:spcBef>
                <a:spcPts val="750"/>
              </a:spcBef>
              <a:buSzPct val="80000"/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-171450" algn="l" defTabSz="685800" rtl="0" eaLnBrk="1" latinLnBrk="0" hangingPunct="1">
              <a:lnSpc>
                <a:spcPct val="110000"/>
              </a:lnSpc>
              <a:spcBef>
                <a:spcPts val="375"/>
              </a:spcBef>
              <a:buSzPct val="80000"/>
              <a:buFont typeface="Goudy Old Style" panose="02020502050305020303" pitchFamily="18" charset="0"/>
              <a:buChar char="–"/>
              <a:defRPr sz="12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17220" indent="-171450" algn="l" defTabSz="685800" rtl="0" eaLnBrk="1" latinLnBrk="0" hangingPunct="1">
              <a:lnSpc>
                <a:spcPct val="110000"/>
              </a:lnSpc>
              <a:spcBef>
                <a:spcPts val="375"/>
              </a:spcBef>
              <a:buSzPct val="80000"/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22960" indent="-171450" algn="l" defTabSz="685800" rtl="0" eaLnBrk="1" latinLnBrk="0" hangingPunct="1">
              <a:lnSpc>
                <a:spcPct val="110000"/>
              </a:lnSpc>
              <a:spcBef>
                <a:spcPts val="375"/>
              </a:spcBef>
              <a:buSzPct val="80000"/>
              <a:buFont typeface="Goudy Old Style" panose="02020502050305020303" pitchFamily="18" charset="0"/>
              <a:buChar char="–"/>
              <a:defRPr sz="105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28700" indent="-171450" algn="l" defTabSz="685800" rtl="0" eaLnBrk="1" latinLnBrk="0" hangingPunct="1">
              <a:lnSpc>
                <a:spcPct val="110000"/>
              </a:lnSpc>
              <a:spcBef>
                <a:spcPts val="375"/>
              </a:spcBef>
              <a:buSzPct val="80000"/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600" dirty="0"/>
              <a:t>Patient with chronic calculus cholecystitis and associated gallbladder disease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Confirm and monitor the investigations [ CBP, LFTs, serum electrolytes, urine analysis, MRCP/USG] 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Assess the severity of symptoms[ abdominal pain, pain severity score, abdominal tenderness, 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PAC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Pre-operative stabilization: IV fluids for dehydration</a:t>
            </a:r>
          </a:p>
          <a:p>
            <a:pPr marL="3200400" lvl="8" indent="-285750" algn="just"/>
            <a:r>
              <a:rPr lang="en-US" sz="1800" dirty="0"/>
              <a:t>analgesics for pain relief </a:t>
            </a:r>
          </a:p>
          <a:p>
            <a:pPr marL="3200400" lvl="8" indent="-285750" algn="just"/>
            <a:r>
              <a:rPr lang="en-US" sz="1800" dirty="0"/>
              <a:t>anti emetics </a:t>
            </a:r>
            <a:r>
              <a:rPr lang="en-US" sz="1600" dirty="0"/>
              <a:t>for nausea and vomiting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Surgical management: laparoscopic cholecystectomy 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Post operative care and patient counselling</a:t>
            </a:r>
          </a:p>
          <a:p>
            <a:pPr algn="just"/>
            <a:endParaRPr lang="en-US" sz="1600" dirty="0"/>
          </a:p>
          <a:p>
            <a:pPr algn="just"/>
            <a:endParaRPr lang="en-US" sz="1600" dirty="0"/>
          </a:p>
          <a:p>
            <a:pPr algn="just"/>
            <a:endParaRPr lang="en-US" sz="1600" dirty="0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D6A0D37F-FAC1-382A-F2EC-71B7F80452BF}"/>
              </a:ext>
            </a:extLst>
          </p:cNvPr>
          <p:cNvSpPr/>
          <p:nvPr/>
        </p:nvSpPr>
        <p:spPr>
          <a:xfrm>
            <a:off x="4004320" y="1144624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9230EC9B-3DC6-8F58-0E2D-9FD1C11D4AD7}"/>
              </a:ext>
            </a:extLst>
          </p:cNvPr>
          <p:cNvSpPr/>
          <p:nvPr/>
        </p:nvSpPr>
        <p:spPr>
          <a:xfrm>
            <a:off x="4004320" y="1975415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A17BF697-3D78-397D-6053-D4BC1F59C5A0}"/>
              </a:ext>
            </a:extLst>
          </p:cNvPr>
          <p:cNvSpPr/>
          <p:nvPr/>
        </p:nvSpPr>
        <p:spPr>
          <a:xfrm>
            <a:off x="4004320" y="2643237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4690247-DC50-A5D0-0987-5490086EDC42}"/>
              </a:ext>
            </a:extLst>
          </p:cNvPr>
          <p:cNvSpPr/>
          <p:nvPr/>
        </p:nvSpPr>
        <p:spPr>
          <a:xfrm>
            <a:off x="4004320" y="3274499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2E84FA58-8B8F-658C-2847-24622A67FF76}"/>
              </a:ext>
            </a:extLst>
          </p:cNvPr>
          <p:cNvSpPr/>
          <p:nvPr/>
        </p:nvSpPr>
        <p:spPr>
          <a:xfrm>
            <a:off x="4005529" y="4834717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75B40008-78B5-475B-723C-9D0508172EB3}"/>
              </a:ext>
            </a:extLst>
          </p:cNvPr>
          <p:cNvSpPr/>
          <p:nvPr/>
        </p:nvSpPr>
        <p:spPr>
          <a:xfrm>
            <a:off x="4076328" y="5605364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378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BE6AD-E756-335E-5C28-7343BB32D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THERAPEUTIC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39BEC-98AC-8EC2-EA45-034EC8919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Relieve abdominal pain and discomfort</a:t>
            </a:r>
          </a:p>
          <a:p>
            <a:r>
              <a:rPr lang="en-US" sz="2000" dirty="0"/>
              <a:t>Control inflammation and prevent complications of chronic cholecystitis</a:t>
            </a:r>
          </a:p>
          <a:p>
            <a:r>
              <a:rPr lang="en-US" sz="2000" dirty="0"/>
              <a:t>Treat gallstone disease and prevent recurrent biliary symptoms</a:t>
            </a:r>
          </a:p>
          <a:p>
            <a:r>
              <a:rPr lang="en-US" sz="2000" dirty="0"/>
              <a:t>Definitive treatment with laparoscopic cholecystectomy to remove diseased gallbladder</a:t>
            </a:r>
          </a:p>
          <a:p>
            <a:r>
              <a:rPr lang="en-US" sz="2000" dirty="0"/>
              <a:t>Manage nutritional abnormalities, including mild anemia and low globulin, as clinically appropriate</a:t>
            </a:r>
          </a:p>
        </p:txBody>
      </p:sp>
    </p:spTree>
    <p:extLst>
      <p:ext uri="{BB962C8B-B14F-4D97-AF65-F5344CB8AC3E}">
        <p14:creationId xmlns:p14="http://schemas.microsoft.com/office/powerpoint/2010/main" val="12790360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A3D64-1626-4897-C739-C2DCD03B9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760"/>
            <a:ext cx="8229600" cy="1143000"/>
          </a:xfrm>
        </p:spPr>
        <p:txBody>
          <a:bodyPr/>
          <a:lstStyle/>
          <a:p>
            <a:r>
              <a:rPr lang="en-US" dirty="0"/>
              <a:t>TREATMENT CHART 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FD633E0F-B719-E5FE-ED44-146EF105BC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5365200"/>
              </p:ext>
            </p:extLst>
          </p:nvPr>
        </p:nvGraphicFramePr>
        <p:xfrm>
          <a:off x="107504" y="1340768"/>
          <a:ext cx="8928995" cy="546713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38790">
                  <a:extLst>
                    <a:ext uri="{9D8B030D-6E8A-4147-A177-3AD203B41FA5}">
                      <a16:colId xmlns:a16="http://schemas.microsoft.com/office/drawing/2014/main" val="3029851958"/>
                    </a:ext>
                  </a:extLst>
                </a:gridCol>
                <a:gridCol w="1125396">
                  <a:extLst>
                    <a:ext uri="{9D8B030D-6E8A-4147-A177-3AD203B41FA5}">
                      <a16:colId xmlns:a16="http://schemas.microsoft.com/office/drawing/2014/main" val="2312154397"/>
                    </a:ext>
                  </a:extLst>
                </a:gridCol>
                <a:gridCol w="1273307">
                  <a:extLst>
                    <a:ext uri="{9D8B030D-6E8A-4147-A177-3AD203B41FA5}">
                      <a16:colId xmlns:a16="http://schemas.microsoft.com/office/drawing/2014/main" val="834688898"/>
                    </a:ext>
                  </a:extLst>
                </a:gridCol>
                <a:gridCol w="1202568">
                  <a:extLst>
                    <a:ext uri="{9D8B030D-6E8A-4147-A177-3AD203B41FA5}">
                      <a16:colId xmlns:a16="http://schemas.microsoft.com/office/drawing/2014/main" val="4203853495"/>
                    </a:ext>
                  </a:extLst>
                </a:gridCol>
                <a:gridCol w="707393">
                  <a:extLst>
                    <a:ext uri="{9D8B030D-6E8A-4147-A177-3AD203B41FA5}">
                      <a16:colId xmlns:a16="http://schemas.microsoft.com/office/drawing/2014/main" val="957472345"/>
                    </a:ext>
                  </a:extLst>
                </a:gridCol>
                <a:gridCol w="565915">
                  <a:extLst>
                    <a:ext uri="{9D8B030D-6E8A-4147-A177-3AD203B41FA5}">
                      <a16:colId xmlns:a16="http://schemas.microsoft.com/office/drawing/2014/main" val="823003220"/>
                    </a:ext>
                  </a:extLst>
                </a:gridCol>
                <a:gridCol w="636654">
                  <a:extLst>
                    <a:ext uri="{9D8B030D-6E8A-4147-A177-3AD203B41FA5}">
                      <a16:colId xmlns:a16="http://schemas.microsoft.com/office/drawing/2014/main" val="2636809945"/>
                    </a:ext>
                  </a:extLst>
                </a:gridCol>
                <a:gridCol w="1414786">
                  <a:extLst>
                    <a:ext uri="{9D8B030D-6E8A-4147-A177-3AD203B41FA5}">
                      <a16:colId xmlns:a16="http://schemas.microsoft.com/office/drawing/2014/main" val="2331511800"/>
                    </a:ext>
                  </a:extLst>
                </a:gridCol>
                <a:gridCol w="778133">
                  <a:extLst>
                    <a:ext uri="{9D8B030D-6E8A-4147-A177-3AD203B41FA5}">
                      <a16:colId xmlns:a16="http://schemas.microsoft.com/office/drawing/2014/main" val="1566475708"/>
                    </a:ext>
                  </a:extLst>
                </a:gridCol>
                <a:gridCol w="786053">
                  <a:extLst>
                    <a:ext uri="{9D8B030D-6E8A-4147-A177-3AD203B41FA5}">
                      <a16:colId xmlns:a16="http://schemas.microsoft.com/office/drawing/2014/main" val="1107950813"/>
                    </a:ext>
                  </a:extLst>
                </a:gridCol>
              </a:tblGrid>
              <a:tr h="993595">
                <a:tc>
                  <a:txBody>
                    <a:bodyPr/>
                    <a:lstStyle/>
                    <a:p>
                      <a:r>
                        <a:rPr lang="en-US" sz="1600" dirty="0"/>
                        <a:t>S.NO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BRAND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ACTIVE COMPOSISTION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INDICATION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SIDE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STOP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1298088"/>
                  </a:ext>
                </a:extLst>
              </a:tr>
              <a:tr h="993595"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Tab.pan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pantoprazole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Proton pump inhibitor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40mg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headache</a:t>
                      </a:r>
                    </a:p>
                    <a:p>
                      <a:r>
                        <a:rPr lang="en-US" sz="1600" dirty="0"/>
                        <a:t>Vit-b12 deficiency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28/6/26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3154930"/>
                  </a:ext>
                </a:extLst>
              </a:tr>
              <a:tr h="893576"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Tab.</a:t>
                      </a:r>
                      <a:r>
                        <a:rPr lang="en-US" sz="2000" kern="1200" dirty="0" err="1">
                          <a:solidFill>
                            <a:schemeClr val="dk1"/>
                          </a:solidFill>
                        </a:rPr>
                        <a:t>buscopan</a:t>
                      </a:r>
                      <a:endParaRPr lang="en-US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Hyoscine </a:t>
                      </a:r>
                      <a:r>
                        <a:rPr lang="en-US" sz="1600" dirty="0" err="1"/>
                        <a:t>butylbromide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Anti cholinergic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Dry mouth</a:t>
                      </a:r>
                    </a:p>
                    <a:p>
                      <a:r>
                        <a:rPr lang="en-US" sz="1600" dirty="0"/>
                        <a:t>constipation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28/6/26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302002"/>
                  </a:ext>
                </a:extLst>
              </a:tr>
              <a:tr h="699197"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Tab.telma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telmisatran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20mg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Postural hypotension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28/6/26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341370"/>
                  </a:ext>
                </a:extLst>
              </a:tr>
              <a:tr h="893576"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Inj.magnex</a:t>
                      </a:r>
                      <a:r>
                        <a:rPr lang="en-US" sz="1600" dirty="0"/>
                        <a:t> forte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Cefperazone</a:t>
                      </a:r>
                      <a:r>
                        <a:rPr lang="en-US" sz="1600" dirty="0"/>
                        <a:t>+ sulbactam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Cephalsporin</a:t>
                      </a:r>
                      <a:r>
                        <a:rPr lang="en-US" sz="1600" dirty="0"/>
                        <a:t> antibiotic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1.5gm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</a:t>
                      </a:r>
                      <a:r>
                        <a:rPr lang="en-US" sz="1600" baseline="30000" dirty="0"/>
                        <a:t>th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hrly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Inj.site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rxns</a:t>
                      </a:r>
                      <a:endParaRPr lang="en-US" sz="1600" dirty="0"/>
                    </a:p>
                    <a:p>
                      <a:r>
                        <a:rPr lang="en-US" sz="1600" dirty="0"/>
                        <a:t>nausea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29/6/26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3322526"/>
                  </a:ext>
                </a:extLst>
              </a:tr>
              <a:tr h="993595"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Inj. </a:t>
                      </a:r>
                      <a:r>
                        <a:rPr lang="en-US" sz="1600" dirty="0" err="1"/>
                        <a:t>metrogyl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metronidazole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Nitroimidazole antibiotic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500mg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</a:t>
                      </a:r>
                      <a:r>
                        <a:rPr lang="en-US" sz="1600" baseline="30000" dirty="0"/>
                        <a:t>th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hrly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Metallic taste, dizziness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27/6/26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29/6/26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50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8235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1259CE-329F-8A76-DF06-1C1F91FC42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732923"/>
              </p:ext>
            </p:extLst>
          </p:nvPr>
        </p:nvGraphicFramePr>
        <p:xfrm>
          <a:off x="35496" y="836712"/>
          <a:ext cx="9004844" cy="570122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07899">
                  <a:extLst>
                    <a:ext uri="{9D8B030D-6E8A-4147-A177-3AD203B41FA5}">
                      <a16:colId xmlns:a16="http://schemas.microsoft.com/office/drawing/2014/main" val="146766066"/>
                    </a:ext>
                  </a:extLst>
                </a:gridCol>
                <a:gridCol w="1326378">
                  <a:extLst>
                    <a:ext uri="{9D8B030D-6E8A-4147-A177-3AD203B41FA5}">
                      <a16:colId xmlns:a16="http://schemas.microsoft.com/office/drawing/2014/main" val="3621089909"/>
                    </a:ext>
                  </a:extLst>
                </a:gridCol>
                <a:gridCol w="984142">
                  <a:extLst>
                    <a:ext uri="{9D8B030D-6E8A-4147-A177-3AD203B41FA5}">
                      <a16:colId xmlns:a16="http://schemas.microsoft.com/office/drawing/2014/main" val="2175045968"/>
                    </a:ext>
                  </a:extLst>
                </a:gridCol>
                <a:gridCol w="1217872">
                  <a:extLst>
                    <a:ext uri="{9D8B030D-6E8A-4147-A177-3AD203B41FA5}">
                      <a16:colId xmlns:a16="http://schemas.microsoft.com/office/drawing/2014/main" val="2264130878"/>
                    </a:ext>
                  </a:extLst>
                </a:gridCol>
                <a:gridCol w="821702">
                  <a:extLst>
                    <a:ext uri="{9D8B030D-6E8A-4147-A177-3AD203B41FA5}">
                      <a16:colId xmlns:a16="http://schemas.microsoft.com/office/drawing/2014/main" val="120257878"/>
                    </a:ext>
                  </a:extLst>
                </a:gridCol>
                <a:gridCol w="492071">
                  <a:extLst>
                    <a:ext uri="{9D8B030D-6E8A-4147-A177-3AD203B41FA5}">
                      <a16:colId xmlns:a16="http://schemas.microsoft.com/office/drawing/2014/main" val="1966035428"/>
                    </a:ext>
                  </a:extLst>
                </a:gridCol>
                <a:gridCol w="773258">
                  <a:extLst>
                    <a:ext uri="{9D8B030D-6E8A-4147-A177-3AD203B41FA5}">
                      <a16:colId xmlns:a16="http://schemas.microsoft.com/office/drawing/2014/main" val="1402241923"/>
                    </a:ext>
                  </a:extLst>
                </a:gridCol>
                <a:gridCol w="913847">
                  <a:extLst>
                    <a:ext uri="{9D8B030D-6E8A-4147-A177-3AD203B41FA5}">
                      <a16:colId xmlns:a16="http://schemas.microsoft.com/office/drawing/2014/main" val="3460236481"/>
                    </a:ext>
                  </a:extLst>
                </a:gridCol>
                <a:gridCol w="1124737">
                  <a:extLst>
                    <a:ext uri="{9D8B030D-6E8A-4147-A177-3AD203B41FA5}">
                      <a16:colId xmlns:a16="http://schemas.microsoft.com/office/drawing/2014/main" val="871696736"/>
                    </a:ext>
                  </a:extLst>
                </a:gridCol>
                <a:gridCol w="842938">
                  <a:extLst>
                    <a:ext uri="{9D8B030D-6E8A-4147-A177-3AD203B41FA5}">
                      <a16:colId xmlns:a16="http://schemas.microsoft.com/office/drawing/2014/main" val="3959504267"/>
                    </a:ext>
                  </a:extLst>
                </a:gridCol>
              </a:tblGrid>
              <a:tr h="1076579"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BRAND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ACTIVE COMPOSISTION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INDICATION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DOSE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ROA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SIDE EFFECTS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dirty="0"/>
                        <a:t>STOP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6677250"/>
                  </a:ext>
                </a:extLst>
              </a:tr>
              <a:tr h="1155669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Inj. tramadol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tramadol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Opioid analgesic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1amp in 100ml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hrly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Drowsiness, headache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585452"/>
                  </a:ext>
                </a:extLst>
              </a:tr>
              <a:tr h="1555058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Inj. </a:t>
                      </a:r>
                      <a:r>
                        <a:rPr lang="en-US" sz="1800" dirty="0" err="1"/>
                        <a:t>zofer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600" b="1" kern="1200" dirty="0">
                          <a:solidFill>
                            <a:schemeClr val="lt1"/>
                          </a:solidFill>
                        </a:rPr>
                        <a:t>ondansetron</a:t>
                      </a:r>
                      <a:endParaRPr lang="en-US" sz="1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Anti emetic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4mg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12</a:t>
                      </a:r>
                      <a:r>
                        <a:rPr lang="en-US" sz="1800" baseline="30000" dirty="0"/>
                        <a:t>th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hrly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Constipation headache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27/6/26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29/6/26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796975"/>
                  </a:ext>
                </a:extLst>
              </a:tr>
              <a:tr h="1913918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Tab.limcee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Ascorbic 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Vitamin supplement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500mg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Abdominal cramps</a:t>
                      </a:r>
                    </a:p>
                    <a:p>
                      <a:pPr algn="just"/>
                      <a:r>
                        <a:rPr lang="en-US" sz="1800" dirty="0" err="1"/>
                        <a:t>diarrhoea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28/6/26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0326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56259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79F4BA-7C59-70CF-8235-3F751A1311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017860"/>
              </p:ext>
            </p:extLst>
          </p:nvPr>
        </p:nvGraphicFramePr>
        <p:xfrm>
          <a:off x="89756" y="91440"/>
          <a:ext cx="8964487" cy="69494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48912">
                  <a:extLst>
                    <a:ext uri="{9D8B030D-6E8A-4147-A177-3AD203B41FA5}">
                      <a16:colId xmlns:a16="http://schemas.microsoft.com/office/drawing/2014/main" val="2595536474"/>
                    </a:ext>
                  </a:extLst>
                </a:gridCol>
                <a:gridCol w="1377145">
                  <a:extLst>
                    <a:ext uri="{9D8B030D-6E8A-4147-A177-3AD203B41FA5}">
                      <a16:colId xmlns:a16="http://schemas.microsoft.com/office/drawing/2014/main" val="4114948379"/>
                    </a:ext>
                  </a:extLst>
                </a:gridCol>
                <a:gridCol w="979733">
                  <a:extLst>
                    <a:ext uri="{9D8B030D-6E8A-4147-A177-3AD203B41FA5}">
                      <a16:colId xmlns:a16="http://schemas.microsoft.com/office/drawing/2014/main" val="684215223"/>
                    </a:ext>
                  </a:extLst>
                </a:gridCol>
                <a:gridCol w="1470586">
                  <a:extLst>
                    <a:ext uri="{9D8B030D-6E8A-4147-A177-3AD203B41FA5}">
                      <a16:colId xmlns:a16="http://schemas.microsoft.com/office/drawing/2014/main" val="4159652572"/>
                    </a:ext>
                  </a:extLst>
                </a:gridCol>
                <a:gridCol w="559848">
                  <a:extLst>
                    <a:ext uri="{9D8B030D-6E8A-4147-A177-3AD203B41FA5}">
                      <a16:colId xmlns:a16="http://schemas.microsoft.com/office/drawing/2014/main" val="1826441022"/>
                    </a:ext>
                  </a:extLst>
                </a:gridCol>
                <a:gridCol w="489865">
                  <a:extLst>
                    <a:ext uri="{9D8B030D-6E8A-4147-A177-3AD203B41FA5}">
                      <a16:colId xmlns:a16="http://schemas.microsoft.com/office/drawing/2014/main" val="3380422837"/>
                    </a:ext>
                  </a:extLst>
                </a:gridCol>
                <a:gridCol w="769792">
                  <a:extLst>
                    <a:ext uri="{9D8B030D-6E8A-4147-A177-3AD203B41FA5}">
                      <a16:colId xmlns:a16="http://schemas.microsoft.com/office/drawing/2014/main" val="3030569000"/>
                    </a:ext>
                  </a:extLst>
                </a:gridCol>
                <a:gridCol w="909750">
                  <a:extLst>
                    <a:ext uri="{9D8B030D-6E8A-4147-A177-3AD203B41FA5}">
                      <a16:colId xmlns:a16="http://schemas.microsoft.com/office/drawing/2014/main" val="2013225813"/>
                    </a:ext>
                  </a:extLst>
                </a:gridCol>
                <a:gridCol w="1119697">
                  <a:extLst>
                    <a:ext uri="{9D8B030D-6E8A-4147-A177-3AD203B41FA5}">
                      <a16:colId xmlns:a16="http://schemas.microsoft.com/office/drawing/2014/main" val="287326975"/>
                    </a:ext>
                  </a:extLst>
                </a:gridCol>
                <a:gridCol w="839159">
                  <a:extLst>
                    <a:ext uri="{9D8B030D-6E8A-4147-A177-3AD203B41FA5}">
                      <a16:colId xmlns:a16="http://schemas.microsoft.com/office/drawing/2014/main" val="3134122477"/>
                    </a:ext>
                  </a:extLst>
                </a:gridCol>
              </a:tblGrid>
              <a:tr h="1669520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Tab </a:t>
                      </a:r>
                      <a:r>
                        <a:rPr lang="en-US" sz="1800" dirty="0" err="1"/>
                        <a:t>havit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Cholecalciferol[vit-D3]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Vitamin D supplement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60,000IU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Constipation, hypercalcemia[ in high doses]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28/6/26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370149"/>
                  </a:ext>
                </a:extLst>
              </a:tr>
              <a:tr h="1669520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10.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Tab.medpod</a:t>
                      </a:r>
                      <a:r>
                        <a:rPr lang="en-US" sz="1800" dirty="0"/>
                        <a:t>-cv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Cefpodoxime </a:t>
                      </a:r>
                      <a:r>
                        <a:rPr lang="en-US" sz="1800" dirty="0" err="1"/>
                        <a:t>proxetil</a:t>
                      </a:r>
                      <a:r>
                        <a:rPr lang="en-US" sz="1800" dirty="0"/>
                        <a:t>+ clavulanic acid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Cephalosporin antibiotic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325mg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Rash,allergic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rxns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29/6/26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3753088"/>
                  </a:ext>
                </a:extLst>
              </a:tr>
              <a:tr h="1142303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Syp.duphlalac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lactulose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Osmotic laxative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Diarrhoea</a:t>
                      </a:r>
                      <a:r>
                        <a:rPr lang="en-US" sz="1800" dirty="0"/>
                        <a:t>, flatulence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1/7/26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104002"/>
                  </a:ext>
                </a:extLst>
              </a:tr>
              <a:tr h="1933129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Tab.trypace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Aceclofenac</a:t>
                      </a:r>
                      <a:r>
                        <a:rPr lang="en-US" sz="1800" dirty="0"/>
                        <a:t> + paracetamol+ trypsin+ chymotrypsin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NSAID+ Anti pyretic+ proteolytic enzyme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1tab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Gastric irritation, abdominal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29/6/26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30/6/26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50696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5417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8C213-B384-C77B-F736-49ED0D78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PHARMACIST INTERVENTION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0310-BFAF-B7D1-0BD9-DD17D28D6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2061470"/>
            <a:ext cx="8784976" cy="41148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Major drug-drug and drug- food interactions were found in the prescription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Tramadol+ ondansetron- ondansetron reduces the analgesic effect of tramadol by interfering with </a:t>
            </a:r>
            <a:r>
              <a:rPr lang="en-US" sz="2000" dirty="0" err="1"/>
              <a:t>serotogenic</a:t>
            </a:r>
            <a:r>
              <a:rPr lang="en-US" sz="2000" dirty="0"/>
              <a:t> pain pathways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 err="1"/>
              <a:t>Telmisatran</a:t>
            </a:r>
            <a:r>
              <a:rPr lang="en-US" sz="2000" dirty="0"/>
              <a:t>+ </a:t>
            </a:r>
            <a:r>
              <a:rPr lang="en-US" sz="2000" dirty="0" err="1"/>
              <a:t>dynapar</a:t>
            </a:r>
            <a:r>
              <a:rPr lang="en-US" sz="2000" dirty="0"/>
              <a:t> patch- </a:t>
            </a:r>
            <a:r>
              <a:rPr lang="en-US" sz="2000" dirty="0" err="1"/>
              <a:t>dynapar</a:t>
            </a:r>
            <a:r>
              <a:rPr lang="en-US" sz="2000" dirty="0"/>
              <a:t> reduces the antihypertensive effect and increases the risk of kidney injury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Metronidazole+ ondansetron- both the drugs increases QT prolongation, especially in elder patients. The alternative medication is metoclopramide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/>
              <a:t>Tramadol + alcohol- alcohol increases the CNS and respiratory depression. Avoid alcohol completely during tramadol therapy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 err="1"/>
              <a:t>Telmisatran</a:t>
            </a:r>
            <a:r>
              <a:rPr lang="en-US" sz="2000" dirty="0"/>
              <a:t>+ high potassium foods[ potato, banana, avocado </a:t>
            </a:r>
            <a:r>
              <a:rPr lang="en-US" sz="2000" dirty="0" err="1"/>
              <a:t>etc</a:t>
            </a:r>
            <a:r>
              <a:rPr lang="en-US" sz="2000" dirty="0"/>
              <a:t>]- results in hyperkalemia</a:t>
            </a:r>
          </a:p>
        </p:txBody>
      </p:sp>
    </p:spTree>
    <p:extLst>
      <p:ext uri="{BB962C8B-B14F-4D97-AF65-F5344CB8AC3E}">
        <p14:creationId xmlns:p14="http://schemas.microsoft.com/office/powerpoint/2010/main" val="21370945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BDFF3-398F-2660-2461-09E941389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404664"/>
            <a:ext cx="8229600" cy="1143000"/>
          </a:xfrm>
        </p:spPr>
        <p:txBody>
          <a:bodyPr/>
          <a:lstStyle/>
          <a:p>
            <a:r>
              <a:rPr lang="en-US" dirty="0"/>
              <a:t>PROGRESSIVE CHART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D06AC9E-EF57-A204-2941-4DA1339460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0850745"/>
              </p:ext>
            </p:extLst>
          </p:nvPr>
        </p:nvGraphicFramePr>
        <p:xfrm>
          <a:off x="107504" y="1988840"/>
          <a:ext cx="8928990" cy="477212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86662">
                  <a:extLst>
                    <a:ext uri="{9D8B030D-6E8A-4147-A177-3AD203B41FA5}">
                      <a16:colId xmlns:a16="http://schemas.microsoft.com/office/drawing/2014/main" val="3172988206"/>
                    </a:ext>
                  </a:extLst>
                </a:gridCol>
                <a:gridCol w="673090">
                  <a:extLst>
                    <a:ext uri="{9D8B030D-6E8A-4147-A177-3AD203B41FA5}">
                      <a16:colId xmlns:a16="http://schemas.microsoft.com/office/drawing/2014/main" val="466379346"/>
                    </a:ext>
                  </a:extLst>
                </a:gridCol>
                <a:gridCol w="785135">
                  <a:extLst>
                    <a:ext uri="{9D8B030D-6E8A-4147-A177-3AD203B41FA5}">
                      <a16:colId xmlns:a16="http://schemas.microsoft.com/office/drawing/2014/main" val="941653352"/>
                    </a:ext>
                  </a:extLst>
                </a:gridCol>
                <a:gridCol w="1418429">
                  <a:extLst>
                    <a:ext uri="{9D8B030D-6E8A-4147-A177-3AD203B41FA5}">
                      <a16:colId xmlns:a16="http://schemas.microsoft.com/office/drawing/2014/main" val="1526844440"/>
                    </a:ext>
                  </a:extLst>
                </a:gridCol>
                <a:gridCol w="1741317">
                  <a:extLst>
                    <a:ext uri="{9D8B030D-6E8A-4147-A177-3AD203B41FA5}">
                      <a16:colId xmlns:a16="http://schemas.microsoft.com/office/drawing/2014/main" val="325117282"/>
                    </a:ext>
                  </a:extLst>
                </a:gridCol>
                <a:gridCol w="1699447">
                  <a:extLst>
                    <a:ext uri="{9D8B030D-6E8A-4147-A177-3AD203B41FA5}">
                      <a16:colId xmlns:a16="http://schemas.microsoft.com/office/drawing/2014/main" val="2555911793"/>
                    </a:ext>
                  </a:extLst>
                </a:gridCol>
                <a:gridCol w="1524910">
                  <a:extLst>
                    <a:ext uri="{9D8B030D-6E8A-4147-A177-3AD203B41FA5}">
                      <a16:colId xmlns:a16="http://schemas.microsoft.com/office/drawing/2014/main" val="628662210"/>
                    </a:ext>
                  </a:extLst>
                </a:gridCol>
              </a:tblGrid>
              <a:tr h="497681">
                <a:tc>
                  <a:txBody>
                    <a:bodyPr/>
                    <a:lstStyle/>
                    <a:p>
                      <a:r>
                        <a:rPr lang="en-US" sz="1600" dirty="0"/>
                        <a:t>Date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COMPLAINTS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ADDED DRUGS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REMOVED DRUGS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507703"/>
                  </a:ext>
                </a:extLst>
              </a:tr>
              <a:tr h="710973">
                <a:tc>
                  <a:txBody>
                    <a:bodyPr/>
                    <a:lstStyle/>
                    <a:p>
                      <a:r>
                        <a:rPr lang="en-US" sz="1600" dirty="0"/>
                        <a:t>25/6/26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110/70mmHg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T.Pan</a:t>
                      </a:r>
                      <a:endParaRPr lang="en-US" sz="1600" dirty="0"/>
                    </a:p>
                    <a:p>
                      <a:r>
                        <a:rPr lang="en-US" sz="1600" dirty="0" err="1"/>
                        <a:t>Tab.buscopanTab</a:t>
                      </a:r>
                      <a:r>
                        <a:rPr lang="en-US" sz="1600" dirty="0"/>
                        <a:t>. </a:t>
                      </a:r>
                      <a:r>
                        <a:rPr lang="en-US" sz="1600" dirty="0" err="1"/>
                        <a:t>telma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6963080"/>
                  </a:ext>
                </a:extLst>
              </a:tr>
              <a:tr h="497681">
                <a:tc>
                  <a:txBody>
                    <a:bodyPr/>
                    <a:lstStyle/>
                    <a:p>
                      <a:r>
                        <a:rPr lang="en-US" sz="1600" dirty="0"/>
                        <a:t>26/6/26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98.2F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160/90mmHg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-------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c/s/t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588024"/>
                  </a:ext>
                </a:extLst>
              </a:tr>
              <a:tr h="1137556">
                <a:tc>
                  <a:txBody>
                    <a:bodyPr/>
                    <a:lstStyle/>
                    <a:p>
                      <a:r>
                        <a:rPr lang="en-US" sz="1600" dirty="0"/>
                        <a:t>27/6/26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98.3F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140/90mmHg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--------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Inj.magnex</a:t>
                      </a:r>
                      <a:r>
                        <a:rPr lang="en-US" sz="1600" dirty="0"/>
                        <a:t> forte</a:t>
                      </a:r>
                    </a:p>
                    <a:p>
                      <a:r>
                        <a:rPr lang="en-US" sz="1600" dirty="0" err="1"/>
                        <a:t>Inj.metrogyl</a:t>
                      </a:r>
                      <a:endParaRPr lang="en-US" sz="1600" dirty="0"/>
                    </a:p>
                    <a:p>
                      <a:r>
                        <a:rPr lang="en-US" sz="1600" dirty="0" err="1"/>
                        <a:t>Inj.tramadol</a:t>
                      </a:r>
                      <a:endParaRPr lang="en-US" sz="1600" dirty="0"/>
                    </a:p>
                    <a:p>
                      <a:r>
                        <a:rPr lang="en-US" sz="1600" dirty="0" err="1"/>
                        <a:t>Inj.zofer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-------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925904"/>
                  </a:ext>
                </a:extLst>
              </a:tr>
              <a:tr h="497681">
                <a:tc>
                  <a:txBody>
                    <a:bodyPr/>
                    <a:lstStyle/>
                    <a:p>
                      <a:r>
                        <a:rPr lang="en-US" sz="1600" dirty="0"/>
                        <a:t>28/6/26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98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130/90mmHg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  --------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Tab </a:t>
                      </a:r>
                      <a:r>
                        <a:rPr lang="en-US" sz="1600" dirty="0" err="1"/>
                        <a:t>limcee</a:t>
                      </a:r>
                      <a:endParaRPr lang="en-US" sz="1600" dirty="0"/>
                    </a:p>
                    <a:p>
                      <a:r>
                        <a:rPr lang="en-US" sz="1600" dirty="0" err="1"/>
                        <a:t>Tab.havit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-------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813210"/>
                  </a:ext>
                </a:extLst>
              </a:tr>
              <a:tr h="658003">
                <a:tc>
                  <a:txBody>
                    <a:bodyPr/>
                    <a:lstStyle/>
                    <a:p>
                      <a:r>
                        <a:rPr lang="en-US" sz="1600" dirty="0"/>
                        <a:t>29/6/26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140/90mmHg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  ---------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Tab.medpod</a:t>
                      </a:r>
                      <a:r>
                        <a:rPr lang="en-US" sz="1600" dirty="0"/>
                        <a:t>-cv, </a:t>
                      </a:r>
                      <a:r>
                        <a:rPr lang="en-US" sz="1600" dirty="0" err="1"/>
                        <a:t>Tab.trypace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--------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295317"/>
                  </a:ext>
                </a:extLst>
              </a:tr>
              <a:tr h="497681">
                <a:tc>
                  <a:txBody>
                    <a:bodyPr/>
                    <a:lstStyle/>
                    <a:p>
                      <a:r>
                        <a:rPr lang="en-US" sz="1600" dirty="0"/>
                        <a:t>30/6/26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98.2F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120/90mmHg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  --------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Syp.duphlalac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      -------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914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364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70F19-9303-5BC2-8F49-EF567E2B5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" y="612648"/>
            <a:ext cx="8440251" cy="1106424"/>
          </a:xfrm>
        </p:spPr>
        <p:txBody>
          <a:bodyPr anchor="b">
            <a:normAutofit/>
          </a:bodyPr>
          <a:lstStyle/>
          <a:p>
            <a:r>
              <a:rPr lang="en-US" b="1" dirty="0">
                <a:latin typeface="Arial Black" panose="020B0A04020102020204" pitchFamily="34" charset="0"/>
              </a:rPr>
              <a:t>SURGICAL PROCEDURE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7970463-5502-E44A-624B-A4F135B77E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8194497"/>
              </p:ext>
            </p:extLst>
          </p:nvPr>
        </p:nvGraphicFramePr>
        <p:xfrm>
          <a:off x="240419" y="2139696"/>
          <a:ext cx="8440251" cy="4288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67432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8113F-5A64-0D50-4372-5EB4F7F70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894" y="2077375"/>
            <a:ext cx="3359330" cy="2691413"/>
          </a:xfrm>
        </p:spPr>
        <p:txBody>
          <a:bodyPr anchor="ctr">
            <a:normAutofit/>
          </a:bodyPr>
          <a:lstStyle/>
          <a:p>
            <a:r>
              <a:rPr lang="en-US" dirty="0"/>
              <a:t>DISCHARGE STATUS: CURED</a:t>
            </a:r>
            <a:br>
              <a:rPr lang="en-US" dirty="0"/>
            </a:br>
            <a:r>
              <a:rPr lang="en-US" dirty="0"/>
              <a:t>DISCHARGE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76D3B-723A-2130-F5CC-94B2CA9D2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683" y="2210543"/>
            <a:ext cx="4401970" cy="2432477"/>
          </a:xfrm>
        </p:spPr>
        <p:txBody>
          <a:bodyPr anchor="ctr">
            <a:noAutofit/>
          </a:bodyPr>
          <a:lstStyle/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Patient name: xxx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Final diagnosis: chronic calculus cholecystitis</a:t>
            </a: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Vitals: </a:t>
            </a:r>
          </a:p>
          <a:p>
            <a:pPr marL="66294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temp: 98.2F </a:t>
            </a:r>
          </a:p>
          <a:p>
            <a:pPr marL="66294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PR: 78bpm</a:t>
            </a:r>
          </a:p>
          <a:p>
            <a:pPr marL="66294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BP: 160/80mmHg</a:t>
            </a:r>
          </a:p>
          <a:p>
            <a:pPr marL="66294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RR: 16cpm</a:t>
            </a:r>
          </a:p>
          <a:p>
            <a:pPr marL="662940" lvl="1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spo2: 98%@RA</a:t>
            </a:r>
          </a:p>
        </p:txBody>
      </p:sp>
    </p:spTree>
    <p:extLst>
      <p:ext uri="{BB962C8B-B14F-4D97-AF65-F5344CB8AC3E}">
        <p14:creationId xmlns:p14="http://schemas.microsoft.com/office/powerpoint/2010/main" val="2604661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9C9DB-A826-069D-7B5E-0F990216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DISCHARGE MEDICATIONS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FC5EB4B-ABF8-31F3-E009-3B6CF47DF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8057830"/>
              </p:ext>
            </p:extLst>
          </p:nvPr>
        </p:nvGraphicFramePr>
        <p:xfrm>
          <a:off x="323528" y="2062162"/>
          <a:ext cx="8191820" cy="410314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7955">
                  <a:extLst>
                    <a:ext uri="{9D8B030D-6E8A-4147-A177-3AD203B41FA5}">
                      <a16:colId xmlns:a16="http://schemas.microsoft.com/office/drawing/2014/main" val="1365156650"/>
                    </a:ext>
                  </a:extLst>
                </a:gridCol>
                <a:gridCol w="2047955">
                  <a:extLst>
                    <a:ext uri="{9D8B030D-6E8A-4147-A177-3AD203B41FA5}">
                      <a16:colId xmlns:a16="http://schemas.microsoft.com/office/drawing/2014/main" val="2078724595"/>
                    </a:ext>
                  </a:extLst>
                </a:gridCol>
                <a:gridCol w="2047955">
                  <a:extLst>
                    <a:ext uri="{9D8B030D-6E8A-4147-A177-3AD203B41FA5}">
                      <a16:colId xmlns:a16="http://schemas.microsoft.com/office/drawing/2014/main" val="724458318"/>
                    </a:ext>
                  </a:extLst>
                </a:gridCol>
                <a:gridCol w="2047955">
                  <a:extLst>
                    <a:ext uri="{9D8B030D-6E8A-4147-A177-3AD203B41FA5}">
                      <a16:colId xmlns:a16="http://schemas.microsoft.com/office/drawing/2014/main" val="2621877212"/>
                    </a:ext>
                  </a:extLst>
                </a:gridCol>
              </a:tblGrid>
              <a:tr h="783705">
                <a:tc>
                  <a:txBody>
                    <a:bodyPr/>
                    <a:lstStyle/>
                    <a:p>
                      <a:r>
                        <a:rPr lang="en-US" sz="2000" dirty="0"/>
                        <a:t>      DRUG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 DOSE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ROA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FREQUENCY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841930484"/>
                  </a:ext>
                </a:extLst>
              </a:tr>
              <a:tr h="968322">
                <a:tc>
                  <a:txBody>
                    <a:bodyPr/>
                    <a:lstStyle/>
                    <a:p>
                      <a:r>
                        <a:rPr lang="en-US" sz="2000" dirty="0"/>
                        <a:t>TAB.MEDPOD-CV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325mg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PO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   BD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2888257946"/>
                  </a:ext>
                </a:extLst>
              </a:tr>
              <a:tr h="783705">
                <a:tc>
                  <a:txBody>
                    <a:bodyPr/>
                    <a:lstStyle/>
                    <a:p>
                      <a:r>
                        <a:rPr lang="en-US" sz="2000" dirty="0"/>
                        <a:t>TAB.PAN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40mg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PO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   OD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2879442206"/>
                  </a:ext>
                </a:extLst>
              </a:tr>
              <a:tr h="783705">
                <a:tc>
                  <a:txBody>
                    <a:bodyPr/>
                    <a:lstStyle/>
                    <a:p>
                      <a:r>
                        <a:rPr lang="en-US" sz="2000" dirty="0"/>
                        <a:t>TAB.TRYPACE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1tab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PO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    BD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568315764"/>
                  </a:ext>
                </a:extLst>
              </a:tr>
              <a:tr h="783705">
                <a:tc>
                  <a:txBody>
                    <a:bodyPr/>
                    <a:lstStyle/>
                    <a:p>
                      <a:r>
                        <a:rPr lang="en-US" sz="2000" dirty="0"/>
                        <a:t>TAB.LIMCEE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500mg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PO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        BD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2110704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47283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F28C7-6E3F-6572-DDBB-B23828F84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520" y="1886674"/>
            <a:ext cx="2834576" cy="5184648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3000" dirty="0"/>
              <a:t>PATIENT COUNSELLING REGARDING DIET AND LIFESTYLE MODIFICATIONS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589CB-BA50-4A30-19D1-178FD8A5232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Drink adequate water and maintain hydration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Avoid alcohol, especially during the recovery period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Avoid heavy meals, take small, frequent meals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Keep the surgical wound clean and dry and follow wound care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Take all the prescribed medicines at correct dose and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Walking is encouraged as tolerated to improve mobility and prevent constipation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Avoid high lifting and </a:t>
            </a:r>
            <a:r>
              <a:rPr lang="en-US" sz="1800" dirty="0" err="1"/>
              <a:t>sternous</a:t>
            </a:r>
            <a:r>
              <a:rPr lang="en-US" sz="1800" dirty="0"/>
              <a:t> exercise until the surgeon advises that it is safe</a:t>
            </a:r>
          </a:p>
        </p:txBody>
      </p:sp>
    </p:spTree>
    <p:extLst>
      <p:ext uri="{BB962C8B-B14F-4D97-AF65-F5344CB8AC3E}">
        <p14:creationId xmlns:p14="http://schemas.microsoft.com/office/powerpoint/2010/main" val="37901877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E0599-106E-A0E0-E59A-1440C141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PATIENT COUNSELLING REGARDING THE MEDICINES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04C3D0-F0D9-4F4F-B89D-05B06B748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1800" dirty="0" err="1"/>
              <a:t>Tab.medpod</a:t>
            </a:r>
            <a:r>
              <a:rPr lang="en-US" sz="1800" dirty="0"/>
              <a:t>-cv: it consist of cefpodoxime and clavulanic acid. An antibiotic which is used to prevent bacterial infection after surgery. </a:t>
            </a:r>
            <a:r>
              <a:rPr lang="en-US" sz="1800" dirty="0" err="1"/>
              <a:t>Donot</a:t>
            </a:r>
            <a:r>
              <a:rPr lang="en-US" sz="1800" dirty="0"/>
              <a:t> skip the dose. show side effects like abdominal pain, headache etc.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Tab. PAN: it consists of pantoprazole. It reduces acidity and gastric irritation . Take daily preferably 30mins before breakfast. Show </a:t>
            </a:r>
            <a:r>
              <a:rPr lang="en-US" sz="1800" dirty="0" err="1"/>
              <a:t>adrs</a:t>
            </a:r>
            <a:r>
              <a:rPr lang="en-US" sz="1800" dirty="0"/>
              <a:t> like </a:t>
            </a:r>
            <a:r>
              <a:rPr lang="en-US" sz="1800" dirty="0" err="1"/>
              <a:t>diarrhoea</a:t>
            </a:r>
            <a:r>
              <a:rPr lang="en-US" sz="1800" dirty="0"/>
              <a:t>, vit b12 deficiency etc..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 err="1"/>
              <a:t>Tab.trypace</a:t>
            </a:r>
            <a:r>
              <a:rPr lang="en-US" sz="1800" dirty="0"/>
              <a:t>: it consists of </a:t>
            </a:r>
            <a:r>
              <a:rPr lang="en-US" sz="1800" dirty="0" err="1"/>
              <a:t>aceclofenac</a:t>
            </a:r>
            <a:r>
              <a:rPr lang="en-US" sz="1800" dirty="0"/>
              <a:t>, paracetamol, trypsin+ chymotrypsin. Used to reduce post operative swelling and inflammation. Avoid additional NSAIDS, painkillers. Show side effects like indigestion, stomach pain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 err="1"/>
              <a:t>Tab.limcee</a:t>
            </a:r>
            <a:r>
              <a:rPr lang="en-US" sz="1800" dirty="0"/>
              <a:t>: vitamin supplementation which consists of ascorbic acid. Acts as anti-oxidant, and support wound healing. Chew the tablet completely before swallowing. Show side effects like nausea, GI upset etc..</a:t>
            </a:r>
          </a:p>
          <a:p>
            <a:pPr marL="514350" indent="-514350">
              <a:buFont typeface="+mj-lt"/>
              <a:buAutoNum type="arabicPeriod"/>
            </a:pPr>
            <a:endParaRPr lang="en-US" sz="1800" dirty="0"/>
          </a:p>
          <a:p>
            <a:pPr marL="514350" indent="-514350">
              <a:buFont typeface="+mj-lt"/>
              <a:buAutoNum type="arabicPeriod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95181588"/>
      </p:ext>
    </p:extLst>
  </p:cSld>
  <p:clrMapOvr>
    <a:masterClrMapping/>
  </p:clrMapOvr>
</p:sld>
</file>

<file path=ppt/theme/theme1.xml><?xml version="1.0" encoding="utf-8"?>
<a:theme xmlns:a="http://schemas.openxmlformats.org/drawingml/2006/main" name="Editorial">
  <a:themeElements>
    <a:clrScheme name="Editorial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863</TotalTime>
  <Words>1798</Words>
  <Application>Microsoft Office PowerPoint</Application>
  <PresentationFormat>On-screen Show (4:3)</PresentationFormat>
  <Paragraphs>458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Arial Black</vt:lpstr>
      <vt:lpstr>Haettenschweiler</vt:lpstr>
      <vt:lpstr>Trade Gothic Next Light</vt:lpstr>
      <vt:lpstr>Editorial</vt:lpstr>
      <vt:lpstr>CASE PRESENTATION ON CHRONIC CALCULUS  CHOLECYSTITIS</vt:lpstr>
      <vt:lpstr>DEFINITION </vt:lpstr>
      <vt:lpstr>ETIOLOGY</vt:lpstr>
      <vt:lpstr>RISK FACTORS </vt:lpstr>
      <vt:lpstr>SIGNS AND SYMPTOMS</vt:lpstr>
      <vt:lpstr>DIAGNOSIS</vt:lpstr>
      <vt:lpstr>SUBJECTIVE DATA</vt:lpstr>
      <vt:lpstr>INITIAL ASSESSMENT</vt:lpstr>
      <vt:lpstr>INITIAL ASSESSMENT…</vt:lpstr>
      <vt:lpstr>PowerPoint Presentation</vt:lpstr>
      <vt:lpstr>PHYSICAL EXAMINATION</vt:lpstr>
      <vt:lpstr>LOCAL EXAMINATION</vt:lpstr>
      <vt:lpstr>PAIN IN ABDOMEN ⬇️ EVALUATION  CHOLECYSTITIS</vt:lpstr>
      <vt:lpstr>OBJECTIVE DATA COMPLETE BLOOD COUNT</vt:lpstr>
      <vt:lpstr>RENAL FUNCTION TEST</vt:lpstr>
      <vt:lpstr>LIVER FUNCTION TEST</vt:lpstr>
      <vt:lpstr>OTHER FINDINGS  </vt:lpstr>
      <vt:lpstr>MAGNETIC RESONANCE CHOLANGIOPANCREATOGRAPHY</vt:lpstr>
      <vt:lpstr>SOAP ANALYSIS </vt:lpstr>
      <vt:lpstr>CHRONIC CALCULUS  CHOLECYSTITIS</vt:lpstr>
      <vt:lpstr>PowerPoint Presentation</vt:lpstr>
      <vt:lpstr>THERAPEUTIC GOALS</vt:lpstr>
      <vt:lpstr>TREATMENT CHART </vt:lpstr>
      <vt:lpstr>PowerPoint Presentation</vt:lpstr>
      <vt:lpstr>PowerPoint Presentation</vt:lpstr>
      <vt:lpstr>PHARMACIST INTERVENTION </vt:lpstr>
      <vt:lpstr>PROGRESSIVE CHART</vt:lpstr>
      <vt:lpstr>SURGICAL PROCEDURE</vt:lpstr>
      <vt:lpstr>DISCHARGE STATUS: CURED DISCHARGE SUMMARY</vt:lpstr>
      <vt:lpstr>DISCHARGE MEDICATIONS</vt:lpstr>
      <vt:lpstr>PATIENT COUNSELLING REGARDING DIET AND LIFESTYLE MODIFICATIONS</vt:lpstr>
      <vt:lpstr>PATIENT COUNSELLING REGARDING THE MEDICINES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PRESENTATION ON LEFT OVARIAN CHOCOLATE CYST</dc:title>
  <dc:creator>VARUN</dc:creator>
  <cp:lastModifiedBy>Varun Sanne</cp:lastModifiedBy>
  <cp:revision>80</cp:revision>
  <dcterms:created xsi:type="dcterms:W3CDTF">2026-04-15T14:50:16Z</dcterms:created>
  <dcterms:modified xsi:type="dcterms:W3CDTF">2026-09-07T08:18:19Z</dcterms:modified>
</cp:coreProperties>
</file>